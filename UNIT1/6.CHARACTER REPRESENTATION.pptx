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CHARACTER REPRESENTATION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By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M. BABY ANUSHA,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ASST.PROF IN CSE DEPT.,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RGUKT,NUZVID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Characters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7239000" cy="4550736"/>
          </a:xfrm>
        </p:spPr>
        <p:txBody>
          <a:bodyPr>
            <a:normAutofit/>
          </a:bodyPr>
          <a:lstStyle/>
          <a:p>
            <a:r>
              <a:rPr lang="en-US" dirty="0"/>
              <a:t>In general, 26 uppercase letters, 26 lowercase letters, 0 to 9 digits and special characters are used in a computer, which is called character set.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All these character set are denoted through numbers only.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Characters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416"/>
            <a:ext cx="7543800" cy="50961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Characters in the character set needs a common encoding system. There are several encoding systems used for computer. They are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/>
              <a:t>• </a:t>
            </a:r>
            <a:r>
              <a:rPr lang="en-US" b="1" dirty="0">
                <a:solidFill>
                  <a:srgbClr val="FF0000"/>
                </a:solidFill>
              </a:rPr>
              <a:t>BCD</a:t>
            </a:r>
            <a:r>
              <a:rPr lang="en-US" b="1" dirty="0"/>
              <a:t> </a:t>
            </a:r>
            <a:r>
              <a:rPr lang="en-US" dirty="0"/>
              <a:t>– Binary Coded Decimal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rgbClr val="FF0000"/>
                </a:solidFill>
              </a:rPr>
              <a:t>EBCDIC</a:t>
            </a:r>
            <a:r>
              <a:rPr lang="en-US" b="1" dirty="0"/>
              <a:t> </a:t>
            </a:r>
            <a:r>
              <a:rPr lang="en-US" dirty="0"/>
              <a:t>– Extended Binary Coded Decimal Interchange Code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rgbClr val="FF0000"/>
                </a:solidFill>
              </a:rPr>
              <a:t>ASCII</a:t>
            </a:r>
            <a:r>
              <a:rPr lang="en-US" dirty="0"/>
              <a:t> – American Standard Code for Information Interchange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rgbClr val="FF0000"/>
                </a:solidFill>
              </a:rPr>
              <a:t>Unicode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rgbClr val="FF0000"/>
                </a:solidFill>
              </a:rPr>
              <a:t>ISCII</a:t>
            </a:r>
            <a:r>
              <a:rPr lang="en-US" dirty="0"/>
              <a:t> - Indian Standard Code for Information Interchange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Coded Decimal (BCD)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7239000" cy="4245936"/>
          </a:xfrm>
        </p:spPr>
        <p:txBody>
          <a:bodyPr/>
          <a:lstStyle/>
          <a:p>
            <a:r>
              <a:rPr lang="en-US" dirty="0"/>
              <a:t>This encoding system is not in the practice right now. This is 2</a:t>
            </a:r>
            <a:r>
              <a:rPr lang="en-US" baseline="30000" dirty="0"/>
              <a:t>6</a:t>
            </a:r>
            <a:r>
              <a:rPr lang="en-US" dirty="0"/>
              <a:t> bit encoding system. </a:t>
            </a:r>
          </a:p>
          <a:p>
            <a:r>
              <a:rPr lang="en-US" dirty="0"/>
              <a:t>This can handle 2</a:t>
            </a:r>
            <a:r>
              <a:rPr lang="en-US" baseline="30000" dirty="0"/>
              <a:t>6</a:t>
            </a:r>
            <a:r>
              <a:rPr lang="en-US" dirty="0"/>
              <a:t> = 64 characters only.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508760"/>
          </a:xfrm>
        </p:spPr>
        <p:txBody>
          <a:bodyPr>
            <a:normAutofit fontScale="90000"/>
          </a:bodyPr>
          <a:lstStyle/>
          <a:p>
            <a:r>
              <a:rPr lang="en-US" dirty="0"/>
              <a:t>American Standard Code for Information Interchange (ASCII)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7239000" cy="4626936"/>
          </a:xfrm>
        </p:spPr>
        <p:txBody>
          <a:bodyPr/>
          <a:lstStyle/>
          <a:p>
            <a:pPr>
              <a:buNone/>
            </a:pPr>
            <a:r>
              <a:rPr lang="en-US" dirty="0"/>
              <a:t> </a:t>
            </a:r>
          </a:p>
          <a:p>
            <a:r>
              <a:rPr lang="en-US" dirty="0"/>
              <a:t>This is the most popular encoding system recognized by United States. Most of the computers use this system. </a:t>
            </a:r>
          </a:p>
          <a:p>
            <a:endParaRPr lang="en-US" dirty="0"/>
          </a:p>
          <a:p>
            <a:r>
              <a:rPr lang="en-US" dirty="0"/>
              <a:t>Remember this encoding system can handle English characters only. This can handle 2</a:t>
            </a:r>
            <a:r>
              <a:rPr lang="en-US" baseline="30000" dirty="0"/>
              <a:t>7</a:t>
            </a:r>
            <a:r>
              <a:rPr lang="en-US" dirty="0"/>
              <a:t> bit which means 128 characters.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356360"/>
          </a:xfrm>
        </p:spPr>
        <p:txBody>
          <a:bodyPr>
            <a:normAutofit fontScale="90000"/>
          </a:bodyPr>
          <a:lstStyle/>
          <a:p>
            <a:r>
              <a:rPr lang="en-US" dirty="0"/>
              <a:t>American Standard Code for Information Interchange (ASCII)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239000" cy="47031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this system, each character has individual number.</a:t>
            </a:r>
          </a:p>
          <a:p>
            <a:endParaRPr lang="en-US" dirty="0"/>
          </a:p>
          <a:p>
            <a:r>
              <a:rPr lang="en-US" dirty="0"/>
              <a:t>The new edition (version) ASCII -8, has 2</a:t>
            </a:r>
            <a:r>
              <a:rPr lang="en-US" baseline="30000" dirty="0"/>
              <a:t>8</a:t>
            </a:r>
            <a:r>
              <a:rPr lang="en-US" dirty="0"/>
              <a:t> bits and can handle 256 characters are represented from 0 to 255 unique numbers.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r>
              <a:rPr lang="en-US" dirty="0"/>
              <a:t>The ASCII code equivalent to the uppercase letter ‘A’ is 65. The binary representation of ASCII (7 bit) value is 1000001. Also 01000001 in ASCII-8 bit.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Binary Coded Decimal Interchange Code (EBCDIC)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7239000" cy="4626936"/>
          </a:xfrm>
        </p:spPr>
        <p:txBody>
          <a:bodyPr/>
          <a:lstStyle/>
          <a:p>
            <a:r>
              <a:rPr lang="en-US" dirty="0"/>
              <a:t>This is similar to ASCII Code with 8 bit representation. This coding system is formulated by International Business Machine(IBM). </a:t>
            </a:r>
          </a:p>
          <a:p>
            <a:endParaRPr lang="en-US" dirty="0"/>
          </a:p>
          <a:p>
            <a:r>
              <a:rPr lang="en-US" dirty="0"/>
              <a:t>The coding system can handle 256 characters. The input code in ASCII can be converted to EBCDIC system and vice - versa.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Indian Standard Code for Information Interchange (ISCII)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7239000" cy="4169736"/>
          </a:xfrm>
        </p:spPr>
        <p:txBody>
          <a:bodyPr/>
          <a:lstStyle/>
          <a:p>
            <a:r>
              <a:rPr lang="en-US" dirty="0"/>
              <a:t>ISCII is the system of handling the character of Indian local languages. </a:t>
            </a:r>
          </a:p>
          <a:p>
            <a:endParaRPr lang="en-US" dirty="0"/>
          </a:p>
          <a:p>
            <a:r>
              <a:rPr lang="en-US" dirty="0"/>
              <a:t>This as a 8-bit coding system. Therefore it can handle 256 (2</a:t>
            </a:r>
            <a:r>
              <a:rPr lang="en-US" baseline="30000" dirty="0"/>
              <a:t>8</a:t>
            </a:r>
            <a:r>
              <a:rPr lang="en-US" dirty="0"/>
              <a:t>) characters.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Indian Standard Code for Information Interchange (ISCII)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7239000" cy="4322136"/>
          </a:xfrm>
        </p:spPr>
        <p:txBody>
          <a:bodyPr/>
          <a:lstStyle/>
          <a:p>
            <a:r>
              <a:rPr lang="en-US" dirty="0"/>
              <a:t>This system is formulated by the department of Electronics in India in the year 1986-88 and recognized by Bureau of Indian Standards (BIS). </a:t>
            </a:r>
          </a:p>
          <a:p>
            <a:r>
              <a:rPr lang="en-US" dirty="0"/>
              <a:t>Now this coding system is integrated with Unicode.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coding system is used in most of the modern computers. </a:t>
            </a:r>
          </a:p>
          <a:p>
            <a:endParaRPr lang="en-US" dirty="0"/>
          </a:p>
          <a:p>
            <a:r>
              <a:rPr lang="en-US" dirty="0"/>
              <a:t>The popular coding scheme after ASCII is Unicode. ASCII can represent only 256 characters. </a:t>
            </a:r>
          </a:p>
          <a:p>
            <a:endParaRPr lang="en-US" dirty="0"/>
          </a:p>
          <a:p>
            <a:r>
              <a:rPr lang="en-US" dirty="0"/>
              <a:t>Therefore English and European Languages alone can be handled by ASCII.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7239000" cy="4550736"/>
          </a:xfrm>
        </p:spPr>
        <p:txBody>
          <a:bodyPr/>
          <a:lstStyle/>
          <a:p>
            <a:r>
              <a:rPr lang="en-US" dirty="0"/>
              <a:t>Particularly there was a situation, when the languages like Tamil, Malayalam, Kannada and Telugu could not be represented by ASCII. </a:t>
            </a:r>
          </a:p>
          <a:p>
            <a:endParaRPr lang="en-US" dirty="0"/>
          </a:p>
          <a:p>
            <a:r>
              <a:rPr lang="en-US" dirty="0"/>
              <a:t>Hence, the Unicode was generated to handle all the coding system of Universal languages. This is 16 bit code and can handle 65536 characters.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1" y="1066800"/>
            <a:ext cx="708660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39</TotalTime>
  <Words>518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Trebuchet MS</vt:lpstr>
      <vt:lpstr>Wingdings</vt:lpstr>
      <vt:lpstr>Wingdings 2</vt:lpstr>
      <vt:lpstr>Opulent</vt:lpstr>
      <vt:lpstr>CHARACTER REPRESENTATION</vt:lpstr>
      <vt:lpstr>Representing Characters in Memory</vt:lpstr>
      <vt:lpstr>Representing Characters in Memory</vt:lpstr>
      <vt:lpstr>Binary Coded Decimal (BCD)</vt:lpstr>
      <vt:lpstr>American Standard Code for Information Interchange (ASCII)</vt:lpstr>
      <vt:lpstr>American Standard Code for Information Interchange (ASCII)</vt:lpstr>
      <vt:lpstr>Extended Binary Coded Decimal Interchange Code (EBCDIC)</vt:lpstr>
      <vt:lpstr>Indian Standard Code for Information Interchange (ISCII)</vt:lpstr>
      <vt:lpstr>Indian Standard Code for Information Interchange (ISCII)</vt:lpstr>
      <vt:lpstr>Unicode</vt:lpstr>
      <vt:lpstr>Unicode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 REPRESENTATION</dc:title>
  <dc:creator>RGUKT</dc:creator>
  <cp:lastModifiedBy>anusha kasturi</cp:lastModifiedBy>
  <cp:revision>15</cp:revision>
  <dcterms:created xsi:type="dcterms:W3CDTF">2006-08-16T00:00:00Z</dcterms:created>
  <dcterms:modified xsi:type="dcterms:W3CDTF">2024-01-24T04:24:44Z</dcterms:modified>
</cp:coreProperties>
</file>