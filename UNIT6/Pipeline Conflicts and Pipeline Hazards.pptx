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y="6858000" cx="12192000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6" Type="http://schemas.openxmlformats.org/officeDocument/2006/relationships/slide" Target="slides/slide13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7406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877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16746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091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90713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7170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0882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00024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80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733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76606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4756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5741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9141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2260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804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13401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D8DFB4C-52A0-4C55-8EF8-83F51009506D}" type="datetimeFigureOut">
              <a:rPr lang="en-US" smtClean="0"/>
              <a:t>4/30/2024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3527705-0F79-42F5-BFBA-B4668ED406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261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E4A0F-6CDE-3FB5-842F-27981F4C3A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5400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Pipelining conflicts &amp; </a:t>
            </a:r>
            <a:r>
              <a:rPr lang="en-US" sz="5400" dirty="0">
                <a:solidFill>
                  <a:srgbClr val="7030A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Hazards</a:t>
            </a:r>
            <a:endParaRPr lang="en-US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811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5F8AE387-9463-35C8-36D3-1005C8022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7030A0"/>
                </a:solidFill>
              </a:rPr>
              <a:t>Introduction: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C6C98FD-D892-67FA-413D-EE1D8F1E4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Pipelining is a technique of breaking a sequential process into small fragments or sub-operations. The execution of each of these sub-procedure takes place in a certain dedicated segment that functions together with all other segments. 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three types of Pipelining conflicts that are as follows −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2462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DA8BD-79EC-6FDE-142A-856D8ADD77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Resource Conflicts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183A9-E1AD-07D5-C5ED-BF205944C2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conflicts arise due to 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insufficient resources 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wherein it is not possible to overlap the operations.</a:t>
            </a:r>
          </a:p>
          <a:p>
            <a:r>
              <a:rPr 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Structural hazard occurs if two instructions need the help of a given hardware resource at an equal time. </a:t>
            </a:r>
            <a:r>
              <a:rPr lang="en-US" sz="2800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The most common situation in which this hazard occurs is when resources request for memory.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32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C9F9D-3123-F0CB-7ACF-C876743BB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Dependency Conflicts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E4CAE8-88C0-56EF-FC88-F30BC2D9BC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conflicts arise 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instruction in the pipeline depends on the result of the previous instructions and these instructions are still in pipeline and are not executed yet.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either the source or the destination operand of an instruction is not available at the expected time in the pipeline, the pipeline is stalled. Such a situation is termed as a data hazard of data conflict.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895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81CCF-A679-2127-F3EF-41C00E961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Dependency Conflicts: Example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E0391A-063B-75A7-4AFD-83E373F3E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Consider a program with two instructions, I1 followed by I2. When this program is executed in a pipeline, the execution of these two instructions is performed concurrently. </a:t>
            </a:r>
          </a:p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 the result of I1 and I2 are dependent on each other, then the result of I1 may not be available for the execution of I2.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2636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D2E29-7C33-F889-040A-FB138E3B8D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 Difficulties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373DFD-A7EB-8CBF-8D00-B22A24B2BC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difficulty is faced </a:t>
            </a:r>
            <a:r>
              <a:rPr lang="en-US" sz="2800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when the branch and other instructions change the contents of the program counter. </a:t>
            </a:r>
          </a:p>
          <a:p>
            <a:pPr algn="just"/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kinds of branches such as conditional and unconditional. Conditional branches may or may not cause branching but an unconditional branch always causes branching. This difficulty is termed a control hazard.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43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76CF0-7A8F-A320-DC0F-32B274CEE8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Branch Difficulties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905427-105E-E753-AE3B-781CFA46C4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following critical actions can be followed during the pipelining process which helps in handling control hazard −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Timely detection of a branch instruction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calculation of branch address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 testing of branch condition (fate) for conditional branch instructions.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40549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2F85B-AECA-D758-30EC-6C33D68B4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81358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Pipeline Hazards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F2073-1B70-8429-FB33-563FADAB6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marR="0" indent="0">
              <a:lnSpc>
                <a:spcPct val="115000"/>
              </a:lnSpc>
              <a:spcBef>
                <a:spcPts val="1870"/>
              </a:spcBef>
              <a:spcAft>
                <a:spcPts val="935"/>
              </a:spcAft>
              <a:buNone/>
            </a:pPr>
            <a:r>
              <a:rPr lang="en-US" sz="2800" dirty="0">
                <a:solidFill>
                  <a:srgbClr val="81358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Types of Pipeline Hazards in Computer Architecture</a:t>
            </a:r>
            <a:endParaRPr lang="en-US" sz="2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three different types of hazards in computer architecture are:</a:t>
            </a:r>
            <a:endParaRPr lang="en-US" sz="2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  <a:buNone/>
            </a:pP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Structural</a:t>
            </a:r>
            <a:endParaRPr lang="en-US" sz="2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  <a:buNone/>
            </a:pP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Data</a:t>
            </a:r>
            <a:endParaRPr lang="en-US" sz="2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  <a:buNone/>
            </a:pP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Control</a:t>
            </a:r>
            <a:endParaRPr lang="en-US" sz="2800" dirty="0">
              <a:effectLst/>
              <a:highlight>
                <a:srgbClr val="FFFFFF"/>
              </a:highlight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634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586A7-9270-A541-B327-678CB4CB6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81358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Structural Hazard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93E79-AD0F-8354-DF2C-74A47A4B8E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Hardware resource conflicts among the instructions in the pipeline cause structural hazards</a:t>
            </a:r>
            <a:r>
              <a:rPr lang="en-US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Memory, a General purpose Register, or an ALU might all be used as resources here.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more than one instruction in the pipe requires access to the very same resource in the same clock cycle, a resource conflict is said to arise.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 an overlapping pipelined execution, this is a circumstance where the hardware cannot handle all potential combinations. </a:t>
            </a:r>
            <a:endParaRPr lang="en-US" dirty="0">
              <a:effectLst/>
              <a:highlight>
                <a:srgbClr val="FFFFFF"/>
              </a:highligh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6093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ED6A8-8E1D-3D23-F539-A3005EF20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81358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Hazards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75E1F-EF19-ADD3-3849-1AABE05F7D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hazards in pipelining emerge when the </a:t>
            </a:r>
            <a:r>
              <a:rPr lang="en-US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execution of one instruction is dependent on the results of another instruction that is still being processed in the pipeline.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532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4A5D3-ECFB-4BD6-84F6-895D81A31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rgbClr val="81358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Hazards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D6AB6-6AD2-68AD-ED6A-98D915BF30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Branch hazards are </a:t>
            </a:r>
            <a:r>
              <a:rPr lang="en-US" sz="2800" b="1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caused by branch instructions and are known as control hazards</a:t>
            </a: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in computer architecture. 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935"/>
              </a:spcAft>
            </a:pPr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flow of program/instruction execution is controlled by branch instructions. Remember that conditional statements are used in higher-level languages for iterative loops and condition testing (correlate with while, for, and if case statements).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6661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5D1CC-97D1-1FF3-0470-E6CBBB58D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rgbClr val="813588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Control Hazards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83A1EC-4F18-EC70-CA89-8644BF07A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333333"/>
                </a:solidFill>
                <a:effectLst/>
                <a:highlight>
                  <a:srgbClr val="FFFFFF"/>
                </a:highlight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These are converted into one of the BRANCH instruction variations. As a result, when the decision to execute one instruction is reliant on the result of another instruction, such as a conditional branch, which examines the condition’s consequent value, a conditional hazard develops. </a:t>
            </a:r>
            <a:endParaRPr lang="en-US" sz="2800" dirty="0">
              <a:effectLst/>
              <a:highlight>
                <a:srgbClr val="FFFFFF"/>
              </a:highlight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6898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C:\Users\Anu Chanti\Desktop\Thank you.jpg">
            <a:extLst>
              <a:ext uri="{FF2B5EF4-FFF2-40B4-BE49-F238E27FC236}">
                <a16:creationId xmlns:a16="http://schemas.microsoft.com/office/drawing/2014/main" id="{911C4C8D-4A8F-8066-D695-64C9D563D8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457200"/>
            <a:ext cx="11125200" cy="521623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9032066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