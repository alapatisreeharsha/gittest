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57" r:id="rId4"/>
    <p:sldId id="259" r:id="rId5"/>
    <p:sldId id="275" r:id="rId6"/>
    <p:sldId id="260" r:id="rId7"/>
    <p:sldId id="261" r:id="rId8"/>
    <p:sldId id="262" r:id="rId9"/>
    <p:sldId id="281" r:id="rId10"/>
    <p:sldId id="263" r:id="rId11"/>
    <p:sldId id="280" r:id="rId12"/>
    <p:sldId id="265" r:id="rId13"/>
    <p:sldId id="276" r:id="rId14"/>
    <p:sldId id="267" r:id="rId15"/>
    <p:sldId id="268" r:id="rId16"/>
    <p:sldId id="269" r:id="rId17"/>
    <p:sldId id="270" r:id="rId18"/>
    <p:sldId id="271" r:id="rId19"/>
    <p:sldId id="272" r:id="rId20"/>
    <p:sldId id="277" r:id="rId21"/>
    <p:sldId id="278" r:id="rId22"/>
    <p:sldId id="273" r:id="rId23"/>
    <p:sldId id="27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5400" b="1" smtClean="0"/>
              <a:t>RISC and CISC Architecture</a:t>
            </a:r>
            <a:endParaRPr lang="en-US" sz="5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Introduction 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Instruction set architecture is a part of processor architecture, which is necessary for creating machine level programs to perform any mathematical or logical operations. </a:t>
            </a:r>
          </a:p>
          <a:p>
            <a:r>
              <a:rPr lang="en-US" dirty="0" smtClean="0"/>
              <a:t>The performance of the processor is defined by the instruction set architecture designed in it. The two major instruction sets architectures </a:t>
            </a:r>
            <a:r>
              <a:rPr lang="en-US" dirty="0" smtClean="0"/>
              <a:t>are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1) CISC (Complex Instruction Set Computing)</a:t>
            </a:r>
          </a:p>
          <a:p>
            <a:pPr>
              <a:buNone/>
            </a:pPr>
            <a:r>
              <a:rPr lang="en-US" b="1" dirty="0" smtClean="0">
                <a:solidFill>
                  <a:schemeClr val="bg2">
                    <a:lumMod val="10000"/>
                  </a:schemeClr>
                </a:solidFill>
              </a:rPr>
              <a:t>2) RISC (Reduced Instruction Set Computing)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is RISC?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sz="2800" dirty="0" smtClean="0"/>
              <a:t>A reduced instruction set computer is a computer that only uses simple commands </a:t>
            </a:r>
            <a:r>
              <a:rPr lang="en-US" sz="2800" smtClean="0"/>
              <a:t>and executes </a:t>
            </a:r>
            <a:r>
              <a:rPr lang="en-US" sz="2800" dirty="0" smtClean="0"/>
              <a:t>within </a:t>
            </a:r>
            <a:r>
              <a:rPr lang="en-US" sz="2800" dirty="0" smtClean="0"/>
              <a:t>a </a:t>
            </a:r>
            <a:r>
              <a:rPr lang="en-US" sz="2800" dirty="0" smtClean="0">
                <a:solidFill>
                  <a:srgbClr val="FF0000"/>
                </a:solidFill>
              </a:rPr>
              <a:t>single </a:t>
            </a:r>
            <a:r>
              <a:rPr lang="en-US" sz="2800" dirty="0" smtClean="0">
                <a:solidFill>
                  <a:srgbClr val="FF0000"/>
                </a:solidFill>
              </a:rPr>
              <a:t>clock</a:t>
            </a:r>
            <a:r>
              <a:rPr lang="en-US" sz="2800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cycle</a:t>
            </a:r>
            <a:r>
              <a:rPr lang="en-US" sz="2800" dirty="0" smtClean="0"/>
              <a:t>, as its name proposes “Reduced Instruction Set”.</a:t>
            </a:r>
          </a:p>
          <a:p>
            <a:pPr fontAlgn="base"/>
            <a:endParaRPr lang="en-US" sz="2800" dirty="0" smtClean="0"/>
          </a:p>
          <a:p>
            <a:r>
              <a:rPr lang="en-US" sz="2800" dirty="0" smtClean="0"/>
              <a:t>The RISC is a Reduced Instruction Set Computer microprocessor and its architecture includes a set of instructions that are highly customized.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is RISC?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kind of processor is mainly used to execute several difficult commands by merging them into simpler ones.</a:t>
            </a:r>
          </a:p>
          <a:p>
            <a:endParaRPr lang="en-US" dirty="0" smtClean="0"/>
          </a:p>
          <a:p>
            <a:r>
              <a:rPr lang="en-US" dirty="0" smtClean="0"/>
              <a:t> RISC processor needs a number of transistors to design and it reduces the instruction time for execution. 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dirty="0" smtClean="0"/>
              <a:t>Examples of RISC processors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/>
              <a:t>  </a:t>
            </a:r>
            <a:r>
              <a:rPr lang="en-US" dirty="0" smtClean="0"/>
              <a:t> </a:t>
            </a:r>
            <a:r>
              <a:rPr lang="en-US" dirty="0" smtClean="0"/>
              <a:t>alpha, AVR, ARM, PIC, PA-RISC, </a:t>
            </a:r>
            <a:r>
              <a:rPr lang="en-US" dirty="0" smtClean="0"/>
              <a:t>Intel i860,SPARC,MIPS R3000,IBM RS/6000.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GUKT\Desktop\RISC-Architecture-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00" y="1057275"/>
            <a:ext cx="5715000" cy="4743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RISC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The term RISC stands for ‘’Reduced Instruction Set Computer’’. It is a CPU design plan based on simple orders and acts fast.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In RISC architecture, the instruction set of processor is simplified to reduce the execution time. It uses small and highly optimized set of instructions which are generally register to register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RISC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Each instruction is of a similar length; these are wound together to get compound tasks done in a single operation. </a:t>
            </a:r>
          </a:p>
          <a:p>
            <a:endParaRPr lang="en-US" dirty="0" smtClean="0"/>
          </a:p>
          <a:p>
            <a:r>
              <a:rPr lang="en-US" dirty="0" smtClean="0"/>
              <a:t>Most commands are completed in one machine cycle. This pipelining is a crucial technique used to speed up RISC machines.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Characteristics of RISC Processor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Efficient Pipeline </a:t>
            </a:r>
            <a:r>
              <a:rPr lang="en-US" dirty="0" smtClean="0"/>
              <a:t>architecture.</a:t>
            </a:r>
          </a:p>
          <a:p>
            <a:pPr fontAlgn="base"/>
            <a:r>
              <a:rPr lang="en-US" dirty="0" smtClean="0"/>
              <a:t>The number of instructions are restricted.</a:t>
            </a:r>
          </a:p>
          <a:p>
            <a:pPr fontAlgn="base"/>
            <a:r>
              <a:rPr lang="en-US" dirty="0" smtClean="0"/>
              <a:t>The instructions like </a:t>
            </a:r>
            <a:r>
              <a:rPr lang="en-US" dirty="0" smtClean="0">
                <a:solidFill>
                  <a:srgbClr val="FF0000"/>
                </a:solidFill>
              </a:rPr>
              <a:t>load as well as store </a:t>
            </a:r>
            <a:r>
              <a:rPr lang="en-US" dirty="0" smtClean="0"/>
              <a:t>have right of entry to memory.</a:t>
            </a:r>
          </a:p>
          <a:p>
            <a:pPr fontAlgn="base"/>
            <a:r>
              <a:rPr lang="en-US" dirty="0" smtClean="0"/>
              <a:t>Addressing modes are less.</a:t>
            </a:r>
          </a:p>
          <a:p>
            <a:pPr fontAlgn="base"/>
            <a:r>
              <a:rPr lang="en-US" dirty="0" smtClean="0"/>
              <a:t>It consists of relatively few Instructions (&lt;50).</a:t>
            </a:r>
          </a:p>
          <a:p>
            <a:pPr fontAlgn="base"/>
            <a:r>
              <a:rPr lang="en-US" dirty="0" smtClean="0"/>
              <a:t>It consists of Fixed –length Instruction Format and easily decoded Instruction Format.</a:t>
            </a:r>
          </a:p>
          <a:p>
            <a:pPr fontAlgn="base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Characteristics </a:t>
            </a:r>
            <a:r>
              <a:rPr lang="en-US" b="1" dirty="0" smtClean="0"/>
              <a:t>of RISC </a:t>
            </a:r>
            <a:r>
              <a:rPr lang="en-US" b="1" dirty="0" smtClean="0"/>
              <a:t>Processor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RISC Processor consists of mostly Register-to-Register Operations.</a:t>
            </a:r>
          </a:p>
          <a:p>
            <a:r>
              <a:rPr lang="en-US" dirty="0" smtClean="0"/>
              <a:t>RISC Processor contains Hardwired control Unit rather than Micro programmed control Unit.</a:t>
            </a:r>
          </a:p>
          <a:p>
            <a:r>
              <a:rPr lang="en-US" dirty="0" smtClean="0"/>
              <a:t>Complexity is in the Compiler.</a:t>
            </a:r>
          </a:p>
          <a:p>
            <a:r>
              <a:rPr lang="en-US" dirty="0" smtClean="0"/>
              <a:t>Very few instructions refer Memory.</a:t>
            </a:r>
          </a:p>
          <a:p>
            <a:r>
              <a:rPr lang="en-US" dirty="0" smtClean="0"/>
              <a:t>It consists of Multiple Register set.</a:t>
            </a:r>
          </a:p>
          <a:p>
            <a:r>
              <a:rPr lang="en-US" dirty="0" smtClean="0"/>
              <a:t>An average CPI is less than 1.5 in RISC Processor.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Advantages of </a:t>
            </a:r>
            <a:r>
              <a:rPr lang="en-US" b="1" dirty="0" smtClean="0"/>
              <a:t>RISC  </a:t>
            </a:r>
            <a:r>
              <a:rPr lang="en-US" b="1" dirty="0" smtClean="0"/>
              <a:t>Architecture </a:t>
            </a:r>
            <a:r>
              <a:rPr lang="en-US" b="1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/>
          <a:lstStyle/>
          <a:p>
            <a:pPr fontAlgn="base"/>
            <a:r>
              <a:rPr lang="en-US" dirty="0" smtClean="0"/>
              <a:t>The performance of this processor is good because of the </a:t>
            </a:r>
            <a:r>
              <a:rPr lang="en-US" dirty="0" smtClean="0">
                <a:solidFill>
                  <a:srgbClr val="FF0000"/>
                </a:solidFill>
              </a:rPr>
              <a:t>easy &amp; limited no. of the instruction set.</a:t>
            </a:r>
          </a:p>
          <a:p>
            <a:pPr fontAlgn="base"/>
            <a:r>
              <a:rPr lang="en-US" dirty="0" smtClean="0"/>
              <a:t>This processor uses several transistors in the design so that making is cheaper.</a:t>
            </a:r>
          </a:p>
          <a:p>
            <a:pPr fontAlgn="base"/>
            <a:r>
              <a:rPr lang="en-US" dirty="0" smtClean="0"/>
              <a:t>The execution of instructions in RISC processors is high due to the use of many registers for holding and passing the instructions as compared to CISC processors.</a:t>
            </a:r>
          </a:p>
          <a:p>
            <a:pPr fontAlgn="base"/>
            <a:r>
              <a:rPr lang="en-US" dirty="0" smtClean="0"/>
              <a:t>It is </a:t>
            </a:r>
            <a:r>
              <a:rPr lang="en-US" dirty="0" smtClean="0">
                <a:solidFill>
                  <a:srgbClr val="FF0000"/>
                </a:solidFill>
              </a:rPr>
              <a:t>very simple </a:t>
            </a:r>
            <a:r>
              <a:rPr lang="en-US" dirty="0" smtClean="0"/>
              <a:t>as compared with another processor due to this; it </a:t>
            </a:r>
            <a:r>
              <a:rPr lang="en-US" dirty="0" smtClean="0">
                <a:solidFill>
                  <a:srgbClr val="FF0000"/>
                </a:solidFill>
              </a:rPr>
              <a:t>can finish its task within a single clock cycle.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Disadvantages of RISC </a:t>
            </a:r>
            <a:r>
              <a:rPr lang="en-US" b="1" dirty="0" smtClean="0"/>
              <a:t>Architecture 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76800"/>
          </a:xfrm>
        </p:spPr>
        <p:txBody>
          <a:bodyPr/>
          <a:lstStyle/>
          <a:p>
            <a:pPr fontAlgn="base"/>
            <a:r>
              <a:rPr lang="en-US" dirty="0" smtClean="0"/>
              <a:t>The performance of a RISC processor depends on the code that is being executed. </a:t>
            </a:r>
          </a:p>
          <a:p>
            <a:pPr fontAlgn="base"/>
            <a:r>
              <a:rPr lang="en-US" dirty="0" smtClean="0"/>
              <a:t>The processor spends much time waiting for first instruction result before it proceeds with next subsequent instruction, when a compiler makes a poor job of scheduling instruction execution.</a:t>
            </a:r>
          </a:p>
          <a:p>
            <a:pPr fontAlgn="base"/>
            <a:r>
              <a:rPr lang="en-US" dirty="0" smtClean="0"/>
              <a:t>RISC processors require very fast memory systems to feed various instructions. Typically, a large memory cache is provided on the chip in most RISC based systems.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What is CISC?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It was developed by the Intel Corporation and it is Complex Instruction Set Computer. </a:t>
            </a:r>
          </a:p>
          <a:p>
            <a:pPr fontAlgn="base">
              <a:buNone/>
            </a:pPr>
            <a:endParaRPr lang="en-US" dirty="0" smtClean="0"/>
          </a:p>
          <a:p>
            <a:pPr fontAlgn="base"/>
            <a:r>
              <a:rPr lang="en-US" dirty="0" smtClean="0"/>
              <a:t>This processor includes a huge collection of simple to complex instructions. 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These instructions are specified in the level of assembly language level and the execution of these instructions takes more time.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RGUKT\Desktop\CISC-Processors-Architectur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500" y="838200"/>
            <a:ext cx="6591300" cy="4524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CISC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The term CISC stands for ‘’Complex Instruction Set Computer’’.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 It is a CPU design plan based on single commands, which are skilled in executing multi-step operations.</a:t>
            </a:r>
          </a:p>
          <a:p>
            <a:pPr fontAlgn="base">
              <a:buNone/>
            </a:pPr>
            <a:endParaRPr lang="en-US" dirty="0" smtClean="0"/>
          </a:p>
          <a:p>
            <a:r>
              <a:rPr lang="en-US" dirty="0" smtClean="0"/>
              <a:t>CISC computers have small programs. It has a huge number of compound instructions, which takes a long time to perform.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CISC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Here, a single set of instructions is protected in several steps; each instruction set has additional than </a:t>
            </a:r>
            <a:r>
              <a:rPr lang="en-US" dirty="0" smtClean="0"/>
              <a:t>25</a:t>
            </a:r>
            <a:r>
              <a:rPr lang="en-US" dirty="0" smtClean="0"/>
              <a:t>0 </a:t>
            </a:r>
            <a:r>
              <a:rPr lang="en-US" dirty="0" smtClean="0"/>
              <a:t>separate instructions. </a:t>
            </a:r>
          </a:p>
          <a:p>
            <a:endParaRPr lang="en-US" dirty="0" smtClean="0"/>
          </a:p>
          <a:p>
            <a:r>
              <a:rPr lang="en-US" dirty="0" smtClean="0"/>
              <a:t>Maximum instructions are finished in </a:t>
            </a:r>
            <a:r>
              <a:rPr lang="en-US" b="1" dirty="0" smtClean="0">
                <a:solidFill>
                  <a:srgbClr val="FF0000"/>
                </a:solidFill>
              </a:rPr>
              <a:t>two to ten machine cycles.</a:t>
            </a:r>
            <a:r>
              <a:rPr lang="en-US" dirty="0" smtClean="0"/>
              <a:t> In CISC, instruction pipelining is not easily implemented.</a:t>
            </a:r>
          </a:p>
          <a:p>
            <a:endParaRPr lang="en-US" dirty="0" smtClean="0"/>
          </a:p>
          <a:p>
            <a:r>
              <a:rPr lang="en-US" b="1" dirty="0" smtClean="0"/>
              <a:t>Examples of CISC processor</a:t>
            </a:r>
          </a:p>
          <a:p>
            <a:pPr fontAlgn="base">
              <a:buFont typeface="Wingdings" pitchFamily="2" charset="2"/>
              <a:buChar char="ü"/>
            </a:pPr>
            <a:r>
              <a:rPr lang="en-US" dirty="0" smtClean="0"/>
              <a:t>IBM 370/168</a:t>
            </a:r>
          </a:p>
          <a:p>
            <a:pPr fontAlgn="base">
              <a:buFont typeface="Wingdings" pitchFamily="2" charset="2"/>
              <a:buChar char="ü"/>
            </a:pPr>
            <a:r>
              <a:rPr lang="en-US" dirty="0" smtClean="0"/>
              <a:t>Intel </a:t>
            </a:r>
            <a:r>
              <a:rPr lang="en-US" dirty="0" smtClean="0"/>
              <a:t>80X86</a:t>
            </a:r>
            <a:endParaRPr lang="en-US" dirty="0" smtClean="0"/>
          </a:p>
          <a:p>
            <a:pPr fontAlgn="base">
              <a:buFont typeface="Wingdings" pitchFamily="2" charset="2"/>
              <a:buChar char="ü"/>
            </a:pPr>
            <a:r>
              <a:rPr lang="en-US" dirty="0" smtClean="0"/>
              <a:t>VAX </a:t>
            </a:r>
            <a:r>
              <a:rPr lang="en-US" dirty="0" smtClean="0"/>
              <a:t>Computer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Characteristics of </a:t>
            </a:r>
            <a:r>
              <a:rPr lang="en-US" b="1" dirty="0" smtClean="0"/>
              <a:t>CISC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CISC </a:t>
            </a:r>
            <a:r>
              <a:rPr lang="en-US" dirty="0" smtClean="0"/>
              <a:t>supports high-level languages for simple compilation and complex data structure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Variable length Instruction format used by CISC Architecture.</a:t>
            </a:r>
          </a:p>
          <a:p>
            <a:pPr fontAlgn="base"/>
            <a:r>
              <a:rPr lang="en-US" dirty="0" smtClean="0"/>
              <a:t>Large number of instructions, typically from 100 to 250 instructions.</a:t>
            </a:r>
            <a:endParaRPr lang="en-US" dirty="0" smtClean="0"/>
          </a:p>
          <a:p>
            <a:pPr fontAlgn="base"/>
            <a:r>
              <a:rPr lang="en-US" dirty="0" smtClean="0"/>
              <a:t>A large variety of addressing nodes typically from </a:t>
            </a:r>
            <a:r>
              <a:rPr lang="en-US" dirty="0" smtClean="0"/>
              <a:t>5 to </a:t>
            </a:r>
            <a:r>
              <a:rPr lang="en-US" dirty="0" smtClean="0"/>
              <a:t>20</a:t>
            </a:r>
            <a:r>
              <a:rPr lang="en-US" dirty="0" smtClean="0"/>
              <a:t> </a:t>
            </a:r>
            <a:r>
              <a:rPr lang="en-US" dirty="0" smtClean="0"/>
              <a:t>different addressing modes.</a:t>
            </a:r>
          </a:p>
          <a:p>
            <a:pPr fontAlgn="base"/>
            <a:r>
              <a:rPr lang="en-US" dirty="0" smtClean="0"/>
              <a:t>Not pipelined or less pipelined.</a:t>
            </a:r>
          </a:p>
          <a:p>
            <a:pPr fontAlgn="base"/>
            <a:r>
              <a:rPr lang="en-US" dirty="0" smtClean="0"/>
              <a:t>Complexity is in the </a:t>
            </a:r>
            <a:r>
              <a:rPr lang="en-US" dirty="0" err="1" smtClean="0"/>
              <a:t>Microprogram</a:t>
            </a:r>
            <a:r>
              <a:rPr lang="en-US" dirty="0" smtClean="0"/>
              <a:t>.</a:t>
            </a:r>
            <a:endParaRPr lang="en-US" dirty="0" smtClean="0"/>
          </a:p>
          <a:p>
            <a:pPr fontAlgn="base"/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Characteristics of </a:t>
            </a:r>
            <a:r>
              <a:rPr lang="en-US" b="1" dirty="0" smtClean="0"/>
              <a:t>CISC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Complex Instructions take multiple clock cycles to execute. An average CPI is between 2 and 15.</a:t>
            </a:r>
            <a:endParaRPr lang="en-US" dirty="0" smtClean="0"/>
          </a:p>
          <a:p>
            <a:pPr fontAlgn="base"/>
            <a:r>
              <a:rPr lang="en-US" dirty="0" smtClean="0"/>
              <a:t>Most of the instructions may refer memory to manipulate operands in memory.</a:t>
            </a:r>
            <a:endParaRPr lang="en-US" dirty="0" smtClean="0"/>
          </a:p>
          <a:p>
            <a:r>
              <a:rPr lang="en-US" dirty="0" smtClean="0"/>
              <a:t>Execution time is more.</a:t>
            </a:r>
          </a:p>
          <a:p>
            <a:r>
              <a:rPr lang="en-US" dirty="0" smtClean="0"/>
              <a:t>Instructions are larger than one word size.</a:t>
            </a:r>
          </a:p>
          <a:p>
            <a:r>
              <a:rPr lang="en-US" dirty="0" smtClean="0"/>
              <a:t>Instructions decoding is complex.</a:t>
            </a:r>
          </a:p>
          <a:p>
            <a:r>
              <a:rPr lang="en-US" dirty="0" smtClean="0"/>
              <a:t>Single Register set is used.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Advantages of CISC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953000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Microprogramming is easy to implement and much less expensive than hard wiring a control unit.</a:t>
            </a:r>
          </a:p>
          <a:p>
            <a:pPr fontAlgn="base"/>
            <a:r>
              <a:rPr lang="en-US" dirty="0" smtClean="0"/>
              <a:t>A single instruction can be executed by using different low-level </a:t>
            </a:r>
            <a:r>
              <a:rPr lang="en-US" dirty="0" smtClean="0"/>
              <a:t>tasks</a:t>
            </a:r>
            <a:endParaRPr lang="en-US" dirty="0" smtClean="0"/>
          </a:p>
          <a:p>
            <a:pPr fontAlgn="base"/>
            <a:r>
              <a:rPr lang="en-US" dirty="0" smtClean="0"/>
              <a:t>CISC utilizes less instruction set to execute the same instruction as the RISC.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Disadvantages of CISC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/>
          </a:bodyPr>
          <a:lstStyle/>
          <a:p>
            <a:pPr fontAlgn="base"/>
            <a:r>
              <a:rPr lang="en-US" dirty="0" smtClean="0"/>
              <a:t>The existing instructions used by the CISC are 20% within a program event.</a:t>
            </a:r>
          </a:p>
          <a:p>
            <a:pPr fontAlgn="base"/>
            <a:r>
              <a:rPr lang="en-US" dirty="0" smtClean="0"/>
              <a:t>As compared with the RISC processor, CISC processors are very slow while executing every instruction cycle on every program.</a:t>
            </a:r>
          </a:p>
          <a:p>
            <a:pPr fontAlgn="base"/>
            <a:r>
              <a:rPr lang="en-US" dirty="0" smtClean="0"/>
              <a:t>This processor use number of transistors as compared with RISC.</a:t>
            </a:r>
          </a:p>
          <a:p>
            <a:pPr fontAlgn="base"/>
            <a:r>
              <a:rPr lang="en-US" dirty="0" smtClean="0"/>
              <a:t>The pipeline execution within the CISC will make it difficult to use.</a:t>
            </a:r>
          </a:p>
          <a:p>
            <a:pPr fontAlgn="base"/>
            <a:r>
              <a:rPr lang="en-US" dirty="0" smtClean="0"/>
              <a:t>The machine performance reduces because of the low speed of the clock.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RGUKT\Desktop\downloa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609600"/>
            <a:ext cx="7467600" cy="556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-2667000" y="0"/>
          <a:ext cx="14173199" cy="7908138"/>
        </p:xfrm>
        <a:graphic>
          <a:graphicData uri="http://schemas.openxmlformats.org/drawingml/2006/table">
            <a:tbl>
              <a:tblPr/>
              <a:tblGrid>
                <a:gridCol w="7070060"/>
                <a:gridCol w="7103139"/>
              </a:tblGrid>
              <a:tr h="461712">
                <a:tc>
                  <a:txBody>
                    <a:bodyPr/>
                    <a:lstStyle/>
                    <a:p>
                      <a:pPr algn="l"/>
                      <a:r>
                        <a:rPr lang="en-US" sz="2800" b="1" dirty="0"/>
                        <a:t>RISC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CISC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12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400" dirty="0"/>
                        <a:t>Reduced Instruction Set Computer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2400"/>
                        <a:t>Complex Instruction Set Computer.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526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The microprocessor is designed using hardwired control.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The microprocessor is designed using code control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526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It executes at least one instruction in a cycle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 Several cycles may be required to execute one instruction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526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The instructions have simply fixed formats with few addressing modes.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The instructions have variable formats with several complex addressing modes.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526"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It has several general-purpose resisters and large cache memory.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 has a small number of general-purpose registers</a:t>
                      </a: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526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LOAD and STORE instructions are used to access Memory.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It uses all types of  instructions.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746">
                <a:tc>
                  <a:txBody>
                    <a:bodyPr/>
                    <a:lstStyle/>
                    <a:p>
                      <a:pPr algn="l"/>
                      <a:r>
                        <a:rPr lang="en-US" sz="2400" i="0" baseline="0" dirty="0" smtClean="0"/>
                        <a:t> I</a:t>
                      </a:r>
                      <a:r>
                        <a:rPr lang="en-US" sz="2400" dirty="0" smtClean="0"/>
                        <a:t>nstruction Decoding is Simple.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/>
                        <a:t>Instruction Decoding is Complex.</a:t>
                      </a:r>
                    </a:p>
                    <a:p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2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Pipeline</a:t>
                      </a:r>
                      <a:r>
                        <a:rPr lang="en-US" sz="2400" baseline="0" dirty="0" smtClean="0"/>
                        <a:t> Implementation  is Simple.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Pipeline</a:t>
                      </a:r>
                      <a:r>
                        <a:rPr lang="en-US" sz="2400" baseline="0" dirty="0" smtClean="0"/>
                        <a:t> Implementation  is complex.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2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Hard wired Control.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Micro programmed Control.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320">
                <a:tc>
                  <a:txBody>
                    <a:bodyPr/>
                    <a:lstStyle/>
                    <a:p>
                      <a:pPr algn="l"/>
                      <a:r>
                        <a:rPr kumimoji="0" lang="en-US" sz="2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CISC architecture is used in low-end applications such as </a:t>
                      </a:r>
                      <a:r>
                        <a:rPr kumimoji="0" lang="en-US" sz="24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security systems, home automation, etc.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2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RISC is used in </a:t>
                      </a:r>
                      <a:r>
                        <a:rPr kumimoji="0" lang="en-US" sz="2400" b="1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high-end applications like video processing, telecommunications, and image processing</a:t>
                      </a:r>
                      <a:r>
                        <a:rPr kumimoji="0" lang="en-US" sz="24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2400" dirty="0"/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13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AutoShape 5" descr="Difference between RISC and CISC microprocesso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03" name="AutoShape 7" descr="https://computingway.com/wp-content/uploads/2021/12/Difference-between-risc-and-cisc-microprocessors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4" name="Picture 8" descr="C:\Users\RGUKT\Desktop\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RISC and CISC Processo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RISC and CISC Processo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 descr="C:\Users\Anu Chanti\Desktop\Thank yo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381000"/>
            <a:ext cx="7924800" cy="5867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162</TotalTime>
  <Words>1104</Words>
  <Application>Microsoft Office PowerPoint</Application>
  <PresentationFormat>On-screen Show (4:3)</PresentationFormat>
  <Paragraphs>116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Equity</vt:lpstr>
      <vt:lpstr>RISC and CISC Architecture</vt:lpstr>
      <vt:lpstr>Introduction :</vt:lpstr>
      <vt:lpstr>What is RISC?</vt:lpstr>
      <vt:lpstr>What is RISC?</vt:lpstr>
      <vt:lpstr>Slide 5</vt:lpstr>
      <vt:lpstr>RISC Architecture</vt:lpstr>
      <vt:lpstr>RISC Architecture</vt:lpstr>
      <vt:lpstr>Characteristics of RISC Processor :</vt:lpstr>
      <vt:lpstr>Characteristics of RISC Processor :</vt:lpstr>
      <vt:lpstr>Advantages of RISC  Architecture :</vt:lpstr>
      <vt:lpstr>Disadvantages of RISC Architecture :</vt:lpstr>
      <vt:lpstr>What is CISC?</vt:lpstr>
      <vt:lpstr>Slide 13</vt:lpstr>
      <vt:lpstr>CISC Architecture</vt:lpstr>
      <vt:lpstr>CISC Architecture</vt:lpstr>
      <vt:lpstr>Characteristics of CISC :</vt:lpstr>
      <vt:lpstr>Characteristics of CISC :</vt:lpstr>
      <vt:lpstr>Advantages of CISC</vt:lpstr>
      <vt:lpstr>Disadvantages of CISC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 and CISC Architecture</dc:title>
  <dc:creator>RGUKT</dc:creator>
  <cp:lastModifiedBy>RGUKT</cp:lastModifiedBy>
  <cp:revision>61</cp:revision>
  <dcterms:created xsi:type="dcterms:W3CDTF">2006-08-16T00:00:00Z</dcterms:created>
  <dcterms:modified xsi:type="dcterms:W3CDTF">2022-06-23T01:35:36Z</dcterms:modified>
</cp:coreProperties>
</file>