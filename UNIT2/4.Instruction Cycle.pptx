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16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9144000" cy="6858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2D5ABB26-0587-4C30-8999-92F81FD0307C}" styleName="No Style, No Grid">
    <a:wholeTbl>
      <a:tcTxStyle>
        <a:fontRef idx="minor">
          <a:scrgbClr b="0" g="0" r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830" y="1098549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910"/>
                </a:lnTo>
                <a:lnTo>
                  <a:pt x="0" y="474980"/>
                </a:lnTo>
                <a:lnTo>
                  <a:pt x="438150" y="474980"/>
                </a:lnTo>
                <a:lnTo>
                  <a:pt x="438150" y="422910"/>
                </a:lnTo>
                <a:lnTo>
                  <a:pt x="438150" y="0"/>
                </a:lnTo>
                <a:close/>
              </a:path>
            </a:pathLst>
          </a:custGeom>
          <a:solidFill>
            <a:srgbClr val="FFC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98830" y="1098549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20" h="422909">
                <a:moveTo>
                  <a:pt x="7620" y="0"/>
                </a:moveTo>
                <a:lnTo>
                  <a:pt x="0" y="0"/>
                </a:lnTo>
                <a:lnTo>
                  <a:pt x="0" y="422910"/>
                </a:lnTo>
                <a:lnTo>
                  <a:pt x="7620" y="422910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0645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D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1406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C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21690" y="1098550"/>
            <a:ext cx="6350" cy="422909"/>
          </a:xfrm>
          <a:custGeom>
            <a:avLst/>
            <a:gdLst/>
            <a:ahLst/>
            <a:cxnLst/>
            <a:rect l="l" t="t" r="r" b="b"/>
            <a:pathLst>
              <a:path w="6350" h="422909">
                <a:moveTo>
                  <a:pt x="0" y="422910"/>
                </a:moveTo>
                <a:lnTo>
                  <a:pt x="6350" y="422910"/>
                </a:lnTo>
                <a:lnTo>
                  <a:pt x="63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B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2804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3565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4328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0900" y="1098550"/>
            <a:ext cx="6350" cy="422909"/>
          </a:xfrm>
          <a:custGeom>
            <a:avLst/>
            <a:gdLst/>
            <a:ahLst/>
            <a:cxnLst/>
            <a:rect l="l" t="t" r="r" b="b"/>
            <a:pathLst>
              <a:path w="6350" h="422909">
                <a:moveTo>
                  <a:pt x="0" y="422910"/>
                </a:moveTo>
                <a:lnTo>
                  <a:pt x="6350" y="422910"/>
                </a:lnTo>
                <a:lnTo>
                  <a:pt x="63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7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5725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6486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5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87249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4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88010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3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87730" y="1098550"/>
            <a:ext cx="6350" cy="422909"/>
          </a:xfrm>
          <a:custGeom>
            <a:avLst/>
            <a:gdLst/>
            <a:ahLst/>
            <a:cxnLst/>
            <a:rect l="l" t="t" r="r" b="b"/>
            <a:pathLst>
              <a:path w="6350" h="422909">
                <a:moveTo>
                  <a:pt x="0" y="422910"/>
                </a:moveTo>
                <a:lnTo>
                  <a:pt x="6350" y="422910"/>
                </a:lnTo>
                <a:lnTo>
                  <a:pt x="63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2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89408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90170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90931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91694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924559" y="1098550"/>
            <a:ext cx="6350" cy="422909"/>
          </a:xfrm>
          <a:custGeom>
            <a:avLst/>
            <a:gdLst/>
            <a:ahLst/>
            <a:cxnLst/>
            <a:rect l="l" t="t" r="r" b="b"/>
            <a:pathLst>
              <a:path w="6350" h="422909">
                <a:moveTo>
                  <a:pt x="0" y="422910"/>
                </a:moveTo>
                <a:lnTo>
                  <a:pt x="6350" y="422910"/>
                </a:lnTo>
                <a:lnTo>
                  <a:pt x="63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D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93090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C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93853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B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94615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A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95376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9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961390" y="1098549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22910"/>
                </a:lnTo>
                <a:lnTo>
                  <a:pt x="0" y="474980"/>
                </a:lnTo>
                <a:lnTo>
                  <a:pt x="6350" y="474980"/>
                </a:lnTo>
                <a:lnTo>
                  <a:pt x="6350" y="422910"/>
                </a:lnTo>
                <a:lnTo>
                  <a:pt x="6350" y="0"/>
                </a:lnTo>
                <a:close/>
              </a:path>
            </a:pathLst>
          </a:custGeom>
          <a:solidFill>
            <a:srgbClr val="FFE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96773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E6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97536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E5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98298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E4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990600" y="1098550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74979"/>
                </a:lnTo>
                <a:lnTo>
                  <a:pt x="6350" y="474979"/>
                </a:lnTo>
                <a:lnTo>
                  <a:pt x="6350" y="0"/>
                </a:lnTo>
                <a:close/>
              </a:path>
            </a:pathLst>
          </a:custGeom>
          <a:solidFill>
            <a:srgbClr val="FFE3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99695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E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100456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E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01218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E0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01981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F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027430" y="1098550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74979"/>
                </a:lnTo>
                <a:lnTo>
                  <a:pt x="6350" y="474979"/>
                </a:lnTo>
                <a:lnTo>
                  <a:pt x="6350" y="0"/>
                </a:lnTo>
                <a:close/>
              </a:path>
            </a:pathLst>
          </a:custGeom>
          <a:solidFill>
            <a:srgbClr val="FFD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3378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D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04140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C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4901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B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05663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A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064260" y="1098550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74979"/>
                </a:lnTo>
                <a:lnTo>
                  <a:pt x="6350" y="474979"/>
                </a:lnTo>
                <a:lnTo>
                  <a:pt x="6350" y="0"/>
                </a:lnTo>
                <a:close/>
              </a:path>
            </a:pathLst>
          </a:custGeom>
          <a:solidFill>
            <a:srgbClr val="FFD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07061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07823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08585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6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9346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5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101089" y="1098550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74979"/>
                </a:lnTo>
                <a:lnTo>
                  <a:pt x="6350" y="474979"/>
                </a:lnTo>
                <a:lnTo>
                  <a:pt x="6350" y="0"/>
                </a:lnTo>
                <a:close/>
              </a:path>
            </a:pathLst>
          </a:custGeom>
          <a:solidFill>
            <a:srgbClr val="FFD4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0743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3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1506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2268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1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541019" y="1521459"/>
            <a:ext cx="422909" cy="473709"/>
          </a:xfrm>
          <a:custGeom>
            <a:avLst/>
            <a:gdLst/>
            <a:ahLst/>
            <a:cxnLst/>
            <a:rect l="l" t="t" r="r" b="b"/>
            <a:pathLst>
              <a:path w="422909" h="473710">
                <a:moveTo>
                  <a:pt x="422910" y="0"/>
                </a:moveTo>
                <a:lnTo>
                  <a:pt x="0" y="0"/>
                </a:lnTo>
                <a:lnTo>
                  <a:pt x="0" y="473710"/>
                </a:lnTo>
                <a:lnTo>
                  <a:pt x="422910" y="47371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909320" y="1520189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91694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FBF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92329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F7F7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93090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F3F3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9385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EFEF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94615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EBEB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95250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E7E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9601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E3E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96773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DFDF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97408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DBDB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98171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D7D7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9893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D3D3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99695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CFC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100330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CCC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0109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C8C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0185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C4C4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02616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C0C0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03251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BCBC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0401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B8B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0477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B4B4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05536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B0B0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0617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ACAC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0693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A8A8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07696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A4A4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08458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A0A0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0909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9C9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0985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989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10616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9595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1125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9191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1201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8D8D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12776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898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13411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858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1417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8181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1493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7D7D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15696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7979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1633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7575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1709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7171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17856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6D6D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18618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696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1925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6666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2001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6262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20776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5E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21538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5A5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2217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565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22936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5252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23698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4E4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2433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4A4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2509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4646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25856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424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26618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3E3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2725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3A3A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27000" y="1625368"/>
            <a:ext cx="245974" cy="2453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27000" y="1614169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40" h="256539">
                <a:moveTo>
                  <a:pt x="0" y="0"/>
                </a:moveTo>
                <a:lnTo>
                  <a:pt x="0" y="11198"/>
                </a:lnTo>
                <a:lnTo>
                  <a:pt x="245974" y="256539"/>
                </a:lnTo>
                <a:lnTo>
                  <a:pt x="256540" y="256539"/>
                </a:lnTo>
                <a:lnTo>
                  <a:pt x="0" y="0"/>
                </a:lnTo>
                <a:close/>
              </a:path>
            </a:pathLst>
          </a:custGeom>
          <a:solidFill>
            <a:srgbClr val="FF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27000" y="160400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0"/>
                </a:moveTo>
                <a:lnTo>
                  <a:pt x="0" y="10160"/>
                </a:lnTo>
                <a:lnTo>
                  <a:pt x="256540" y="266700"/>
                </a:lnTo>
                <a:lnTo>
                  <a:pt x="26670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27000" y="1593850"/>
            <a:ext cx="276860" cy="276860"/>
          </a:xfrm>
          <a:custGeom>
            <a:avLst/>
            <a:gdLst/>
            <a:ahLst/>
            <a:cxnLst/>
            <a:rect l="l" t="t" r="r" b="b"/>
            <a:pathLst>
              <a:path w="276860" h="276860">
                <a:moveTo>
                  <a:pt x="0" y="0"/>
                </a:moveTo>
                <a:lnTo>
                  <a:pt x="0" y="10160"/>
                </a:lnTo>
                <a:lnTo>
                  <a:pt x="266700" y="276860"/>
                </a:lnTo>
                <a:lnTo>
                  <a:pt x="276860" y="276860"/>
                </a:lnTo>
                <a:lnTo>
                  <a:pt x="0" y="0"/>
                </a:lnTo>
                <a:close/>
              </a:path>
            </a:pathLst>
          </a:custGeom>
          <a:solidFill>
            <a:srgbClr val="FF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27000" y="1583690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20" h="287019">
                <a:moveTo>
                  <a:pt x="0" y="0"/>
                </a:moveTo>
                <a:lnTo>
                  <a:pt x="0" y="10160"/>
                </a:lnTo>
                <a:lnTo>
                  <a:pt x="276860" y="287020"/>
                </a:lnTo>
                <a:lnTo>
                  <a:pt x="287019" y="287020"/>
                </a:lnTo>
                <a:lnTo>
                  <a:pt x="0" y="0"/>
                </a:lnTo>
                <a:close/>
              </a:path>
            </a:pathLst>
          </a:custGeom>
          <a:solidFill>
            <a:srgbClr val="FF4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27000" y="1573530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80" h="297180">
                <a:moveTo>
                  <a:pt x="0" y="0"/>
                </a:moveTo>
                <a:lnTo>
                  <a:pt x="0" y="10160"/>
                </a:lnTo>
                <a:lnTo>
                  <a:pt x="287019" y="297180"/>
                </a:lnTo>
                <a:lnTo>
                  <a:pt x="297180" y="297180"/>
                </a:lnTo>
                <a:lnTo>
                  <a:pt x="0" y="0"/>
                </a:lnTo>
                <a:close/>
              </a:path>
            </a:pathLst>
          </a:custGeom>
          <a:solidFill>
            <a:srgbClr val="FF4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27000" y="156336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307340" h="307339">
                <a:moveTo>
                  <a:pt x="0" y="0"/>
                </a:moveTo>
                <a:lnTo>
                  <a:pt x="0" y="10159"/>
                </a:lnTo>
                <a:lnTo>
                  <a:pt x="297180" y="307339"/>
                </a:lnTo>
                <a:lnTo>
                  <a:pt x="307340" y="307339"/>
                </a:lnTo>
                <a:lnTo>
                  <a:pt x="0" y="0"/>
                </a:lnTo>
                <a:close/>
              </a:path>
            </a:pathLst>
          </a:custGeom>
          <a:solidFill>
            <a:srgbClr val="FF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27000" y="1551940"/>
            <a:ext cx="318770" cy="318770"/>
          </a:xfrm>
          <a:custGeom>
            <a:avLst/>
            <a:gdLst/>
            <a:ahLst/>
            <a:cxnLst/>
            <a:rect l="l" t="t" r="r" b="b"/>
            <a:pathLst>
              <a:path w="318770" h="318769">
                <a:moveTo>
                  <a:pt x="0" y="0"/>
                </a:moveTo>
                <a:lnTo>
                  <a:pt x="0" y="11430"/>
                </a:lnTo>
                <a:lnTo>
                  <a:pt x="307340" y="318770"/>
                </a:lnTo>
                <a:lnTo>
                  <a:pt x="318770" y="318770"/>
                </a:lnTo>
                <a:lnTo>
                  <a:pt x="0" y="0"/>
                </a:lnTo>
                <a:close/>
              </a:path>
            </a:pathLst>
          </a:custGeom>
          <a:solidFill>
            <a:srgbClr val="FF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27000" y="1541780"/>
            <a:ext cx="328930" cy="328930"/>
          </a:xfrm>
          <a:custGeom>
            <a:avLst/>
            <a:gdLst/>
            <a:ahLst/>
            <a:cxnLst/>
            <a:rect l="l" t="t" r="r" b="b"/>
            <a:pathLst>
              <a:path w="328930" h="328930">
                <a:moveTo>
                  <a:pt x="0" y="0"/>
                </a:moveTo>
                <a:lnTo>
                  <a:pt x="0" y="10159"/>
                </a:lnTo>
                <a:lnTo>
                  <a:pt x="318770" y="328929"/>
                </a:lnTo>
                <a:lnTo>
                  <a:pt x="328930" y="328929"/>
                </a:lnTo>
                <a:lnTo>
                  <a:pt x="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27000" y="1531619"/>
            <a:ext cx="339090" cy="339090"/>
          </a:xfrm>
          <a:custGeom>
            <a:avLst/>
            <a:gdLst/>
            <a:ahLst/>
            <a:cxnLst/>
            <a:rect l="l" t="t" r="r" b="b"/>
            <a:pathLst>
              <a:path w="339090" h="339089">
                <a:moveTo>
                  <a:pt x="0" y="0"/>
                </a:moveTo>
                <a:lnTo>
                  <a:pt x="0" y="10160"/>
                </a:lnTo>
                <a:lnTo>
                  <a:pt x="328930" y="339090"/>
                </a:lnTo>
                <a:lnTo>
                  <a:pt x="339090" y="339090"/>
                </a:lnTo>
                <a:lnTo>
                  <a:pt x="0" y="0"/>
                </a:lnTo>
                <a:close/>
              </a:path>
            </a:pathLst>
          </a:custGeom>
          <a:solidFill>
            <a:srgbClr val="FF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27000" y="1521558"/>
            <a:ext cx="348615" cy="349250"/>
          </a:xfrm>
          <a:custGeom>
            <a:avLst/>
            <a:gdLst/>
            <a:ahLst/>
            <a:cxnLst/>
            <a:rect l="l" t="t" r="r" b="b"/>
            <a:pathLst>
              <a:path w="348615" h="349250">
                <a:moveTo>
                  <a:pt x="0" y="0"/>
                </a:moveTo>
                <a:lnTo>
                  <a:pt x="0" y="10061"/>
                </a:lnTo>
                <a:lnTo>
                  <a:pt x="339090" y="349151"/>
                </a:lnTo>
                <a:lnTo>
                  <a:pt x="348254" y="349151"/>
                </a:lnTo>
                <a:lnTo>
                  <a:pt x="0" y="0"/>
                </a:lnTo>
                <a:close/>
              </a:path>
            </a:pathLst>
          </a:custGeom>
          <a:solidFill>
            <a:srgbClr val="FF55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27000" y="1511385"/>
            <a:ext cx="358775" cy="359410"/>
          </a:xfrm>
          <a:custGeom>
            <a:avLst/>
            <a:gdLst/>
            <a:ahLst/>
            <a:cxnLst/>
            <a:rect l="l" t="t" r="r" b="b"/>
            <a:pathLst>
              <a:path w="358775" h="359410">
                <a:moveTo>
                  <a:pt x="0" y="0"/>
                </a:moveTo>
                <a:lnTo>
                  <a:pt x="0" y="10173"/>
                </a:lnTo>
                <a:lnTo>
                  <a:pt x="348254" y="359324"/>
                </a:lnTo>
                <a:lnTo>
                  <a:pt x="358401" y="359324"/>
                </a:lnTo>
                <a:lnTo>
                  <a:pt x="0" y="0"/>
                </a:lnTo>
                <a:close/>
              </a:path>
            </a:pathLst>
          </a:custGeom>
          <a:solidFill>
            <a:srgbClr val="FF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27000" y="1501140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69">
                <a:moveTo>
                  <a:pt x="0" y="0"/>
                </a:moveTo>
                <a:lnTo>
                  <a:pt x="0" y="10245"/>
                </a:lnTo>
                <a:lnTo>
                  <a:pt x="358401" y="369570"/>
                </a:lnTo>
                <a:lnTo>
                  <a:pt x="369570" y="369570"/>
                </a:lnTo>
                <a:lnTo>
                  <a:pt x="0" y="0"/>
                </a:lnTo>
                <a:close/>
              </a:path>
            </a:pathLst>
          </a:custGeom>
          <a:solidFill>
            <a:srgbClr val="FF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27000" y="1490980"/>
            <a:ext cx="379730" cy="379730"/>
          </a:xfrm>
          <a:custGeom>
            <a:avLst/>
            <a:gdLst/>
            <a:ahLst/>
            <a:cxnLst/>
            <a:rect l="l" t="t" r="r" b="b"/>
            <a:pathLst>
              <a:path w="379730" h="379730">
                <a:moveTo>
                  <a:pt x="0" y="0"/>
                </a:moveTo>
                <a:lnTo>
                  <a:pt x="0" y="10159"/>
                </a:lnTo>
                <a:lnTo>
                  <a:pt x="369570" y="379729"/>
                </a:lnTo>
                <a:lnTo>
                  <a:pt x="379730" y="379729"/>
                </a:lnTo>
                <a:lnTo>
                  <a:pt x="0" y="0"/>
                </a:lnTo>
                <a:close/>
              </a:path>
            </a:pathLst>
          </a:custGeom>
          <a:solidFill>
            <a:srgbClr val="FF5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27000" y="1480819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90" h="389889">
                <a:moveTo>
                  <a:pt x="0" y="0"/>
                </a:moveTo>
                <a:lnTo>
                  <a:pt x="0" y="10160"/>
                </a:lnTo>
                <a:lnTo>
                  <a:pt x="379730" y="389890"/>
                </a:lnTo>
                <a:lnTo>
                  <a:pt x="389890" y="389890"/>
                </a:lnTo>
                <a:lnTo>
                  <a:pt x="0" y="0"/>
                </a:lnTo>
                <a:close/>
              </a:path>
            </a:pathLst>
          </a:custGeom>
          <a:solidFill>
            <a:srgbClr val="FF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27000" y="1470659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0" y="0"/>
                </a:moveTo>
                <a:lnTo>
                  <a:pt x="0" y="10160"/>
                </a:lnTo>
                <a:lnTo>
                  <a:pt x="389890" y="400050"/>
                </a:lnTo>
                <a:lnTo>
                  <a:pt x="400049" y="400050"/>
                </a:lnTo>
                <a:lnTo>
                  <a:pt x="0" y="0"/>
                </a:lnTo>
                <a:close/>
              </a:path>
            </a:pathLst>
          </a:custGeom>
          <a:solidFill>
            <a:srgbClr val="FF62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27000" y="1460500"/>
            <a:ext cx="410209" cy="410209"/>
          </a:xfrm>
          <a:custGeom>
            <a:avLst/>
            <a:gdLst/>
            <a:ahLst/>
            <a:cxnLst/>
            <a:rect l="l" t="t" r="r" b="b"/>
            <a:pathLst>
              <a:path w="410209" h="410210">
                <a:moveTo>
                  <a:pt x="0" y="0"/>
                </a:moveTo>
                <a:lnTo>
                  <a:pt x="0" y="10160"/>
                </a:lnTo>
                <a:lnTo>
                  <a:pt x="400049" y="410210"/>
                </a:lnTo>
                <a:lnTo>
                  <a:pt x="410210" y="410210"/>
                </a:lnTo>
                <a:lnTo>
                  <a:pt x="0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27000" y="1450340"/>
            <a:ext cx="420370" cy="420370"/>
          </a:xfrm>
          <a:custGeom>
            <a:avLst/>
            <a:gdLst/>
            <a:ahLst/>
            <a:cxnLst/>
            <a:rect l="l" t="t" r="r" b="b"/>
            <a:pathLst>
              <a:path w="420370" h="420369">
                <a:moveTo>
                  <a:pt x="0" y="0"/>
                </a:moveTo>
                <a:lnTo>
                  <a:pt x="0" y="10160"/>
                </a:lnTo>
                <a:lnTo>
                  <a:pt x="410210" y="420370"/>
                </a:lnTo>
                <a:lnTo>
                  <a:pt x="420369" y="420370"/>
                </a:lnTo>
                <a:lnTo>
                  <a:pt x="0" y="0"/>
                </a:lnTo>
                <a:close/>
              </a:path>
            </a:pathLst>
          </a:custGeom>
          <a:solidFill>
            <a:srgbClr val="FF68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27000" y="1447800"/>
            <a:ext cx="431800" cy="422909"/>
          </a:xfrm>
          <a:custGeom>
            <a:avLst/>
            <a:gdLst/>
            <a:ahLst/>
            <a:cxnLst/>
            <a:rect l="l" t="t" r="r" b="b"/>
            <a:pathLst>
              <a:path w="431800" h="422910">
                <a:moveTo>
                  <a:pt x="8889" y="0"/>
                </a:moveTo>
                <a:lnTo>
                  <a:pt x="0" y="0"/>
                </a:lnTo>
                <a:lnTo>
                  <a:pt x="0" y="2539"/>
                </a:lnTo>
                <a:lnTo>
                  <a:pt x="420370" y="422910"/>
                </a:lnTo>
                <a:lnTo>
                  <a:pt x="431800" y="422910"/>
                </a:lnTo>
                <a:lnTo>
                  <a:pt x="8889" y="0"/>
                </a:lnTo>
                <a:close/>
              </a:path>
            </a:pathLst>
          </a:custGeom>
          <a:solidFill>
            <a:srgbClr val="FF6A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3588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60" y="0"/>
                </a:moveTo>
                <a:lnTo>
                  <a:pt x="0" y="0"/>
                </a:lnTo>
                <a:lnTo>
                  <a:pt x="422910" y="422910"/>
                </a:lnTo>
                <a:lnTo>
                  <a:pt x="433070" y="422910"/>
                </a:lnTo>
                <a:lnTo>
                  <a:pt x="10160" y="0"/>
                </a:lnTo>
                <a:close/>
              </a:path>
            </a:pathLst>
          </a:custGeom>
          <a:solidFill>
            <a:srgbClr val="FF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46050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5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69" y="422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5620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60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70" y="422910"/>
                </a:lnTo>
                <a:lnTo>
                  <a:pt x="10160" y="0"/>
                </a:lnTo>
                <a:close/>
              </a:path>
            </a:pathLst>
          </a:custGeom>
          <a:solidFill>
            <a:srgbClr val="FF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6636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8955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2955" y="422910"/>
                </a:lnTo>
                <a:lnTo>
                  <a:pt x="8955" y="0"/>
                </a:lnTo>
                <a:close/>
              </a:path>
            </a:pathLst>
          </a:custGeom>
          <a:solidFill>
            <a:srgbClr val="FF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75325" y="1447800"/>
            <a:ext cx="434340" cy="422909"/>
          </a:xfrm>
          <a:custGeom>
            <a:avLst/>
            <a:gdLst/>
            <a:ahLst/>
            <a:cxnLst/>
            <a:rect l="l" t="t" r="r" b="b"/>
            <a:pathLst>
              <a:path w="434340" h="422910">
                <a:moveTo>
                  <a:pt x="10173" y="0"/>
                </a:moveTo>
                <a:lnTo>
                  <a:pt x="0" y="0"/>
                </a:lnTo>
                <a:lnTo>
                  <a:pt x="423999" y="422910"/>
                </a:lnTo>
                <a:lnTo>
                  <a:pt x="434173" y="422910"/>
                </a:lnTo>
                <a:lnTo>
                  <a:pt x="10173" y="0"/>
                </a:lnTo>
                <a:close/>
              </a:path>
            </a:pathLst>
          </a:custGeom>
          <a:solidFill>
            <a:srgbClr val="FF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85498" y="1447800"/>
            <a:ext cx="434340" cy="422909"/>
          </a:xfrm>
          <a:custGeom>
            <a:avLst/>
            <a:gdLst/>
            <a:ahLst/>
            <a:cxnLst/>
            <a:rect l="l" t="t" r="r" b="b"/>
            <a:pathLst>
              <a:path w="434340" h="422910">
                <a:moveTo>
                  <a:pt x="11351" y="0"/>
                </a:moveTo>
                <a:lnTo>
                  <a:pt x="0" y="0"/>
                </a:lnTo>
                <a:lnTo>
                  <a:pt x="423999" y="422910"/>
                </a:lnTo>
                <a:lnTo>
                  <a:pt x="434261" y="422910"/>
                </a:lnTo>
                <a:lnTo>
                  <a:pt x="11351" y="0"/>
                </a:lnTo>
                <a:close/>
              </a:path>
            </a:pathLst>
          </a:custGeom>
          <a:solidFill>
            <a:srgbClr val="FF7A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96850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5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69" y="422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207010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60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70" y="422910"/>
                </a:lnTo>
                <a:lnTo>
                  <a:pt x="10160" y="0"/>
                </a:lnTo>
                <a:close/>
              </a:path>
            </a:pathLst>
          </a:custGeom>
          <a:solidFill>
            <a:srgbClr val="F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21716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5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69" y="422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82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227330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59" y="0"/>
                </a:moveTo>
                <a:lnTo>
                  <a:pt x="0" y="0"/>
                </a:lnTo>
                <a:lnTo>
                  <a:pt x="422910" y="422910"/>
                </a:lnTo>
                <a:lnTo>
                  <a:pt x="433070" y="422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23748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60" y="0"/>
                </a:moveTo>
                <a:lnTo>
                  <a:pt x="0" y="0"/>
                </a:lnTo>
                <a:lnTo>
                  <a:pt x="422910" y="422910"/>
                </a:lnTo>
                <a:lnTo>
                  <a:pt x="433070" y="422910"/>
                </a:lnTo>
                <a:lnTo>
                  <a:pt x="10160" y="0"/>
                </a:lnTo>
                <a:close/>
              </a:path>
            </a:pathLst>
          </a:custGeom>
          <a:solidFill>
            <a:srgbClr val="FF87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247650" y="1447800"/>
            <a:ext cx="434340" cy="422909"/>
          </a:xfrm>
          <a:custGeom>
            <a:avLst/>
            <a:gdLst/>
            <a:ahLst/>
            <a:cxnLst/>
            <a:rect l="l" t="t" r="r" b="b"/>
            <a:pathLst>
              <a:path w="434340" h="422910">
                <a:moveTo>
                  <a:pt x="1142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4339" y="422910"/>
                </a:lnTo>
                <a:lnTo>
                  <a:pt x="11429" y="0"/>
                </a:lnTo>
                <a:close/>
              </a:path>
            </a:pathLst>
          </a:custGeom>
          <a:solidFill>
            <a:srgbClr val="FF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259079" y="1447800"/>
            <a:ext cx="429259" cy="422909"/>
          </a:xfrm>
          <a:custGeom>
            <a:avLst/>
            <a:gdLst/>
            <a:ahLst/>
            <a:cxnLst/>
            <a:rect l="l" t="t" r="r" b="b"/>
            <a:pathLst>
              <a:path w="429259" h="422910">
                <a:moveTo>
                  <a:pt x="1015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27989" y="422910"/>
                </a:lnTo>
                <a:lnTo>
                  <a:pt x="429259" y="421639"/>
                </a:lnTo>
                <a:lnTo>
                  <a:pt x="429259" y="419100"/>
                </a:lnTo>
                <a:lnTo>
                  <a:pt x="10159" y="0"/>
                </a:lnTo>
                <a:close/>
              </a:path>
            </a:pathLst>
          </a:custGeom>
          <a:solidFill>
            <a:srgbClr val="FF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269239" y="14478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10160" y="0"/>
                </a:moveTo>
                <a:lnTo>
                  <a:pt x="0" y="0"/>
                </a:lnTo>
                <a:lnTo>
                  <a:pt x="419100" y="419100"/>
                </a:lnTo>
                <a:lnTo>
                  <a:pt x="419100" y="408939"/>
                </a:lnTo>
                <a:lnTo>
                  <a:pt x="10160" y="0"/>
                </a:lnTo>
                <a:close/>
              </a:path>
            </a:pathLst>
          </a:custGeom>
          <a:solidFill>
            <a:srgbClr val="F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279400" y="1447800"/>
            <a:ext cx="408940" cy="408940"/>
          </a:xfrm>
          <a:custGeom>
            <a:avLst/>
            <a:gdLst/>
            <a:ahLst/>
            <a:cxnLst/>
            <a:rect l="l" t="t" r="r" b="b"/>
            <a:pathLst>
              <a:path w="408940" h="408939">
                <a:moveTo>
                  <a:pt x="9947" y="0"/>
                </a:moveTo>
                <a:lnTo>
                  <a:pt x="0" y="0"/>
                </a:lnTo>
                <a:lnTo>
                  <a:pt x="408939" y="408939"/>
                </a:lnTo>
                <a:lnTo>
                  <a:pt x="408939" y="400020"/>
                </a:lnTo>
                <a:lnTo>
                  <a:pt x="9947" y="0"/>
                </a:lnTo>
                <a:close/>
              </a:path>
            </a:pathLst>
          </a:custGeom>
          <a:solidFill>
            <a:srgbClr val="FF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289347" y="1447800"/>
            <a:ext cx="399415" cy="400050"/>
          </a:xfrm>
          <a:custGeom>
            <a:avLst/>
            <a:gdLst/>
            <a:ahLst/>
            <a:cxnLst/>
            <a:rect l="l" t="t" r="r" b="b"/>
            <a:pathLst>
              <a:path w="399415" h="400050">
                <a:moveTo>
                  <a:pt x="10146" y="0"/>
                </a:moveTo>
                <a:lnTo>
                  <a:pt x="0" y="0"/>
                </a:lnTo>
                <a:lnTo>
                  <a:pt x="398992" y="400020"/>
                </a:lnTo>
                <a:lnTo>
                  <a:pt x="398992" y="389847"/>
                </a:lnTo>
                <a:lnTo>
                  <a:pt x="10146" y="0"/>
                </a:lnTo>
                <a:close/>
              </a:path>
            </a:pathLst>
          </a:custGeom>
          <a:solidFill>
            <a:srgbClr val="FF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299494" y="1447800"/>
            <a:ext cx="389255" cy="389890"/>
          </a:xfrm>
          <a:custGeom>
            <a:avLst/>
            <a:gdLst/>
            <a:ahLst/>
            <a:cxnLst/>
            <a:rect l="l" t="t" r="r" b="b"/>
            <a:pathLst>
              <a:path w="389255" h="389889">
                <a:moveTo>
                  <a:pt x="9115" y="0"/>
                </a:moveTo>
                <a:lnTo>
                  <a:pt x="0" y="0"/>
                </a:lnTo>
                <a:lnTo>
                  <a:pt x="388845" y="389847"/>
                </a:lnTo>
                <a:lnTo>
                  <a:pt x="388845" y="379730"/>
                </a:lnTo>
                <a:lnTo>
                  <a:pt x="9115" y="0"/>
                </a:lnTo>
                <a:close/>
              </a:path>
            </a:pathLst>
          </a:custGeom>
          <a:solidFill>
            <a:srgbClr val="FF97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308610" y="1447800"/>
            <a:ext cx="379730" cy="379730"/>
          </a:xfrm>
          <a:custGeom>
            <a:avLst/>
            <a:gdLst/>
            <a:ahLst/>
            <a:cxnLst/>
            <a:rect l="l" t="t" r="r" b="b"/>
            <a:pathLst>
              <a:path w="379730" h="379730">
                <a:moveTo>
                  <a:pt x="11429" y="0"/>
                </a:moveTo>
                <a:lnTo>
                  <a:pt x="0" y="0"/>
                </a:lnTo>
                <a:lnTo>
                  <a:pt x="379730" y="379730"/>
                </a:lnTo>
                <a:lnTo>
                  <a:pt x="379730" y="368300"/>
                </a:lnTo>
                <a:lnTo>
                  <a:pt x="11429" y="0"/>
                </a:lnTo>
                <a:close/>
              </a:path>
            </a:pathLst>
          </a:custGeom>
          <a:solidFill>
            <a:srgbClr val="FF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320039" y="14478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68300" h="368300">
                <a:moveTo>
                  <a:pt x="10160" y="0"/>
                </a:moveTo>
                <a:lnTo>
                  <a:pt x="0" y="0"/>
                </a:lnTo>
                <a:lnTo>
                  <a:pt x="368300" y="368300"/>
                </a:lnTo>
                <a:lnTo>
                  <a:pt x="368300" y="358139"/>
                </a:lnTo>
                <a:lnTo>
                  <a:pt x="10160" y="0"/>
                </a:lnTo>
                <a:close/>
              </a:path>
            </a:pathLst>
          </a:custGeom>
          <a:solidFill>
            <a:srgbClr val="FF9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330200" y="1447800"/>
            <a:ext cx="358140" cy="358140"/>
          </a:xfrm>
          <a:custGeom>
            <a:avLst/>
            <a:gdLst/>
            <a:ahLst/>
            <a:cxnLst/>
            <a:rect l="l" t="t" r="r" b="b"/>
            <a:pathLst>
              <a:path w="358140" h="358139">
                <a:moveTo>
                  <a:pt x="10159" y="0"/>
                </a:moveTo>
                <a:lnTo>
                  <a:pt x="0" y="0"/>
                </a:lnTo>
                <a:lnTo>
                  <a:pt x="358139" y="358139"/>
                </a:lnTo>
                <a:lnTo>
                  <a:pt x="358139" y="347980"/>
                </a:lnTo>
                <a:lnTo>
                  <a:pt x="10159" y="0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340359" y="1447800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80" h="347980">
                <a:moveTo>
                  <a:pt x="10159" y="0"/>
                </a:moveTo>
                <a:lnTo>
                  <a:pt x="0" y="0"/>
                </a:lnTo>
                <a:lnTo>
                  <a:pt x="347980" y="347980"/>
                </a:lnTo>
                <a:lnTo>
                  <a:pt x="347979" y="337819"/>
                </a:lnTo>
                <a:lnTo>
                  <a:pt x="10159" y="0"/>
                </a:lnTo>
                <a:close/>
              </a:path>
            </a:pathLst>
          </a:custGeom>
          <a:solidFill>
            <a:srgbClr val="FF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350520" y="1447800"/>
            <a:ext cx="337820" cy="337820"/>
          </a:xfrm>
          <a:custGeom>
            <a:avLst/>
            <a:gdLst/>
            <a:ahLst/>
            <a:cxnLst/>
            <a:rect l="l" t="t" r="r" b="b"/>
            <a:pathLst>
              <a:path w="337820" h="337819">
                <a:moveTo>
                  <a:pt x="10160" y="0"/>
                </a:moveTo>
                <a:lnTo>
                  <a:pt x="0" y="0"/>
                </a:lnTo>
                <a:lnTo>
                  <a:pt x="337820" y="337819"/>
                </a:lnTo>
                <a:lnTo>
                  <a:pt x="337820" y="327660"/>
                </a:lnTo>
                <a:lnTo>
                  <a:pt x="10160" y="0"/>
                </a:lnTo>
                <a:close/>
              </a:path>
            </a:pathLst>
          </a:custGeom>
          <a:solidFill>
            <a:srgbClr val="FF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360679" y="1447800"/>
            <a:ext cx="327660" cy="327660"/>
          </a:xfrm>
          <a:custGeom>
            <a:avLst/>
            <a:gdLst/>
            <a:ahLst/>
            <a:cxnLst/>
            <a:rect l="l" t="t" r="r" b="b"/>
            <a:pathLst>
              <a:path w="327659" h="327660">
                <a:moveTo>
                  <a:pt x="10159" y="0"/>
                </a:moveTo>
                <a:lnTo>
                  <a:pt x="0" y="0"/>
                </a:lnTo>
                <a:lnTo>
                  <a:pt x="327659" y="327660"/>
                </a:lnTo>
                <a:lnTo>
                  <a:pt x="327659" y="317500"/>
                </a:lnTo>
                <a:lnTo>
                  <a:pt x="10159" y="0"/>
                </a:lnTo>
                <a:close/>
              </a:path>
            </a:pathLst>
          </a:custGeom>
          <a:solidFill>
            <a:srgbClr val="FF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370840" y="14478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1430" y="0"/>
                </a:moveTo>
                <a:lnTo>
                  <a:pt x="0" y="0"/>
                </a:lnTo>
                <a:lnTo>
                  <a:pt x="317500" y="317500"/>
                </a:lnTo>
                <a:lnTo>
                  <a:pt x="317500" y="306070"/>
                </a:lnTo>
                <a:lnTo>
                  <a:pt x="11430" y="0"/>
                </a:lnTo>
                <a:close/>
              </a:path>
            </a:pathLst>
          </a:custGeom>
          <a:solidFill>
            <a:srgbClr val="FF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382270" y="1447800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10159" y="0"/>
                </a:moveTo>
                <a:lnTo>
                  <a:pt x="0" y="0"/>
                </a:lnTo>
                <a:lnTo>
                  <a:pt x="306069" y="306069"/>
                </a:lnTo>
                <a:lnTo>
                  <a:pt x="306069" y="295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392429" y="1447800"/>
            <a:ext cx="295910" cy="295910"/>
          </a:xfrm>
          <a:custGeom>
            <a:avLst/>
            <a:gdLst/>
            <a:ahLst/>
            <a:cxnLst/>
            <a:rect l="l" t="t" r="r" b="b"/>
            <a:pathLst>
              <a:path w="295909" h="295910">
                <a:moveTo>
                  <a:pt x="9246" y="0"/>
                </a:moveTo>
                <a:lnTo>
                  <a:pt x="0" y="0"/>
                </a:lnTo>
                <a:lnTo>
                  <a:pt x="295910" y="295910"/>
                </a:lnTo>
                <a:lnTo>
                  <a:pt x="295910" y="285926"/>
                </a:lnTo>
                <a:lnTo>
                  <a:pt x="9246" y="0"/>
                </a:lnTo>
                <a:close/>
              </a:path>
            </a:pathLst>
          </a:custGeom>
          <a:solidFill>
            <a:srgbClr val="FFA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401676" y="1447800"/>
            <a:ext cx="287020" cy="286385"/>
          </a:xfrm>
          <a:custGeom>
            <a:avLst/>
            <a:gdLst/>
            <a:ahLst/>
            <a:cxnLst/>
            <a:rect l="l" t="t" r="r" b="b"/>
            <a:pathLst>
              <a:path w="287020" h="286385">
                <a:moveTo>
                  <a:pt x="10173" y="0"/>
                </a:moveTo>
                <a:lnTo>
                  <a:pt x="0" y="0"/>
                </a:lnTo>
                <a:lnTo>
                  <a:pt x="286663" y="285926"/>
                </a:lnTo>
                <a:lnTo>
                  <a:pt x="286663" y="275779"/>
                </a:lnTo>
                <a:lnTo>
                  <a:pt x="10173" y="0"/>
                </a:lnTo>
                <a:close/>
              </a:path>
            </a:pathLst>
          </a:custGeom>
          <a:solidFill>
            <a:srgbClr val="FF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411849" y="1447800"/>
            <a:ext cx="276860" cy="276225"/>
          </a:xfrm>
          <a:custGeom>
            <a:avLst/>
            <a:gdLst/>
            <a:ahLst/>
            <a:cxnLst/>
            <a:rect l="l" t="t" r="r" b="b"/>
            <a:pathLst>
              <a:path w="276859" h="276225">
                <a:moveTo>
                  <a:pt x="9790" y="0"/>
                </a:moveTo>
                <a:lnTo>
                  <a:pt x="0" y="0"/>
                </a:lnTo>
                <a:lnTo>
                  <a:pt x="276490" y="275779"/>
                </a:lnTo>
                <a:lnTo>
                  <a:pt x="276490" y="266700"/>
                </a:lnTo>
                <a:lnTo>
                  <a:pt x="9790" y="0"/>
                </a:lnTo>
                <a:close/>
              </a:path>
            </a:pathLst>
          </a:custGeom>
          <a:solidFill>
            <a:srgbClr val="FF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421640" y="14478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1430" y="0"/>
                </a:moveTo>
                <a:lnTo>
                  <a:pt x="0" y="0"/>
                </a:lnTo>
                <a:lnTo>
                  <a:pt x="266700" y="266700"/>
                </a:lnTo>
                <a:lnTo>
                  <a:pt x="266700" y="255269"/>
                </a:lnTo>
                <a:lnTo>
                  <a:pt x="11430" y="0"/>
                </a:lnTo>
                <a:close/>
              </a:path>
            </a:pathLst>
          </a:custGeom>
          <a:solidFill>
            <a:srgbClr val="FF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433070" y="1447800"/>
            <a:ext cx="255270" cy="255270"/>
          </a:xfrm>
          <a:custGeom>
            <a:avLst/>
            <a:gdLst/>
            <a:ahLst/>
            <a:cxnLst/>
            <a:rect l="l" t="t" r="r" b="b"/>
            <a:pathLst>
              <a:path w="255270" h="255269">
                <a:moveTo>
                  <a:pt x="10159" y="0"/>
                </a:moveTo>
                <a:lnTo>
                  <a:pt x="0" y="0"/>
                </a:lnTo>
                <a:lnTo>
                  <a:pt x="255269" y="255269"/>
                </a:lnTo>
                <a:lnTo>
                  <a:pt x="255269" y="245110"/>
                </a:lnTo>
                <a:lnTo>
                  <a:pt x="10159" y="0"/>
                </a:lnTo>
                <a:close/>
              </a:path>
            </a:pathLst>
          </a:custGeom>
          <a:solidFill>
            <a:srgbClr val="FF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443229" y="1447800"/>
            <a:ext cx="245110" cy="2451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762000" y="990600"/>
            <a:ext cx="31750" cy="1051560"/>
          </a:xfrm>
          <a:custGeom>
            <a:avLst/>
            <a:gdLst/>
            <a:ahLst/>
            <a:cxnLst/>
            <a:rect l="l" t="t" r="r" b="b"/>
            <a:pathLst>
              <a:path w="31750" h="1051560">
                <a:moveTo>
                  <a:pt x="31750" y="0"/>
                </a:moveTo>
                <a:lnTo>
                  <a:pt x="0" y="0"/>
                </a:lnTo>
                <a:lnTo>
                  <a:pt x="0" y="1051560"/>
                </a:lnTo>
                <a:lnTo>
                  <a:pt x="31750" y="1051560"/>
                </a:lnTo>
                <a:close/>
              </a:path>
            </a:pathLst>
          </a:custGeom>
          <a:solidFill>
            <a:srgbClr val="1B1B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441960" y="1779269"/>
            <a:ext cx="72390" cy="34290"/>
          </a:xfrm>
          <a:custGeom>
            <a:avLst/>
            <a:gdLst/>
            <a:ahLst/>
            <a:cxnLst/>
            <a:rect l="l" t="t" r="r" b="b"/>
            <a:pathLst>
              <a:path w="72390" h="34289">
                <a:moveTo>
                  <a:pt x="72390" y="0"/>
                </a:moveTo>
                <a:lnTo>
                  <a:pt x="35560" y="0"/>
                </a:lnTo>
                <a:lnTo>
                  <a:pt x="0" y="0"/>
                </a:lnTo>
                <a:lnTo>
                  <a:pt x="0" y="34290"/>
                </a:lnTo>
                <a:lnTo>
                  <a:pt x="35560" y="34290"/>
                </a:lnTo>
                <a:lnTo>
                  <a:pt x="72390" y="34290"/>
                </a:lnTo>
                <a:lnTo>
                  <a:pt x="723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51435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54990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FC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58674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62230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65913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69469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73151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76835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80390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84074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87630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91313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94868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98551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102108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05791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09346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13030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16586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20268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23951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27508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31191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34746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38430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41986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45668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49351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52908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56591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60146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63703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67386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71068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74625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78307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81863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85547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89102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92786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96468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200025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203707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207263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210947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214502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218186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221742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225425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2289810" y="1779269"/>
            <a:ext cx="72390" cy="34290"/>
          </a:xfrm>
          <a:custGeom>
            <a:avLst/>
            <a:gdLst/>
            <a:ahLst/>
            <a:cxnLst/>
            <a:rect l="l" t="t" r="r" b="b"/>
            <a:pathLst>
              <a:path w="72389" h="34289">
                <a:moveTo>
                  <a:pt x="72390" y="0"/>
                </a:moveTo>
                <a:lnTo>
                  <a:pt x="36830" y="0"/>
                </a:lnTo>
                <a:lnTo>
                  <a:pt x="0" y="0"/>
                </a:lnTo>
                <a:lnTo>
                  <a:pt x="0" y="34290"/>
                </a:lnTo>
                <a:lnTo>
                  <a:pt x="36830" y="34290"/>
                </a:lnTo>
                <a:lnTo>
                  <a:pt x="72390" y="34290"/>
                </a:lnTo>
                <a:lnTo>
                  <a:pt x="7239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236220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239902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243586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247142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7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250825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254381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C5C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258063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261620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830" y="1098550"/>
            <a:ext cx="438150" cy="422909"/>
          </a:xfrm>
          <a:custGeom>
            <a:avLst/>
            <a:gdLst/>
            <a:ahLst/>
            <a:cxnLst/>
            <a:rect l="l" t="t" r="r" b="b"/>
            <a:pathLst>
              <a:path w="438150" h="422909">
                <a:moveTo>
                  <a:pt x="0" y="422910"/>
                </a:moveTo>
                <a:lnTo>
                  <a:pt x="438150" y="422910"/>
                </a:lnTo>
                <a:lnTo>
                  <a:pt x="4381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C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17830" y="1098549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910"/>
                </a:lnTo>
                <a:lnTo>
                  <a:pt x="0" y="474980"/>
                </a:lnTo>
                <a:lnTo>
                  <a:pt x="438150" y="474980"/>
                </a:lnTo>
                <a:lnTo>
                  <a:pt x="438150" y="422910"/>
                </a:lnTo>
                <a:lnTo>
                  <a:pt x="438150" y="0"/>
                </a:lnTo>
                <a:close/>
              </a:path>
            </a:pathLst>
          </a:custGeom>
          <a:solidFill>
            <a:srgbClr val="FFC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98830" y="1098549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20" h="422909">
                <a:moveTo>
                  <a:pt x="7620" y="0"/>
                </a:moveTo>
                <a:lnTo>
                  <a:pt x="0" y="0"/>
                </a:lnTo>
                <a:lnTo>
                  <a:pt x="0" y="422910"/>
                </a:lnTo>
                <a:lnTo>
                  <a:pt x="7620" y="422910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0645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D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1406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C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21690" y="1098550"/>
            <a:ext cx="6350" cy="422909"/>
          </a:xfrm>
          <a:custGeom>
            <a:avLst/>
            <a:gdLst/>
            <a:ahLst/>
            <a:cxnLst/>
            <a:rect l="l" t="t" r="r" b="b"/>
            <a:pathLst>
              <a:path w="6350" h="422909">
                <a:moveTo>
                  <a:pt x="0" y="422910"/>
                </a:moveTo>
                <a:lnTo>
                  <a:pt x="6350" y="422910"/>
                </a:lnTo>
                <a:lnTo>
                  <a:pt x="63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B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2804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A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3565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9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4328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8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50900" y="1098550"/>
            <a:ext cx="6350" cy="422909"/>
          </a:xfrm>
          <a:custGeom>
            <a:avLst/>
            <a:gdLst/>
            <a:ahLst/>
            <a:cxnLst/>
            <a:rect l="l" t="t" r="r" b="b"/>
            <a:pathLst>
              <a:path w="6350" h="422909">
                <a:moveTo>
                  <a:pt x="0" y="422910"/>
                </a:moveTo>
                <a:lnTo>
                  <a:pt x="6350" y="422910"/>
                </a:lnTo>
                <a:lnTo>
                  <a:pt x="63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7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5725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86486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5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87249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4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8010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3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887730" y="1098550"/>
            <a:ext cx="6350" cy="422909"/>
          </a:xfrm>
          <a:custGeom>
            <a:avLst/>
            <a:gdLst/>
            <a:ahLst/>
            <a:cxnLst/>
            <a:rect l="l" t="t" r="r" b="b"/>
            <a:pathLst>
              <a:path w="6350" h="422909">
                <a:moveTo>
                  <a:pt x="0" y="422910"/>
                </a:moveTo>
                <a:lnTo>
                  <a:pt x="6350" y="422910"/>
                </a:lnTo>
                <a:lnTo>
                  <a:pt x="63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2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89408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90170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F0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90931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F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91694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E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924559" y="1098550"/>
            <a:ext cx="6350" cy="422909"/>
          </a:xfrm>
          <a:custGeom>
            <a:avLst/>
            <a:gdLst/>
            <a:ahLst/>
            <a:cxnLst/>
            <a:rect l="l" t="t" r="r" b="b"/>
            <a:pathLst>
              <a:path w="6350" h="422909">
                <a:moveTo>
                  <a:pt x="0" y="422910"/>
                </a:moveTo>
                <a:lnTo>
                  <a:pt x="6350" y="422910"/>
                </a:lnTo>
                <a:lnTo>
                  <a:pt x="63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D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93090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C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93853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B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946150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19" y="422910"/>
                </a:lnTo>
                <a:lnTo>
                  <a:pt x="7619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A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953769" y="1098550"/>
            <a:ext cx="7620" cy="422909"/>
          </a:xfrm>
          <a:custGeom>
            <a:avLst/>
            <a:gdLst/>
            <a:ahLst/>
            <a:cxnLst/>
            <a:rect l="l" t="t" r="r" b="b"/>
            <a:pathLst>
              <a:path w="7619" h="422909">
                <a:moveTo>
                  <a:pt x="0" y="422910"/>
                </a:moveTo>
                <a:lnTo>
                  <a:pt x="7620" y="422910"/>
                </a:lnTo>
                <a:lnTo>
                  <a:pt x="762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E9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961390" y="1098549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22910"/>
                </a:lnTo>
                <a:lnTo>
                  <a:pt x="0" y="474980"/>
                </a:lnTo>
                <a:lnTo>
                  <a:pt x="6350" y="474980"/>
                </a:lnTo>
                <a:lnTo>
                  <a:pt x="6350" y="422910"/>
                </a:lnTo>
                <a:lnTo>
                  <a:pt x="6350" y="0"/>
                </a:lnTo>
                <a:close/>
              </a:path>
            </a:pathLst>
          </a:custGeom>
          <a:solidFill>
            <a:srgbClr val="FFE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96773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E6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97536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E5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98298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E4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990600" y="1098550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74979"/>
                </a:lnTo>
                <a:lnTo>
                  <a:pt x="6350" y="474979"/>
                </a:lnTo>
                <a:lnTo>
                  <a:pt x="6350" y="0"/>
                </a:lnTo>
                <a:close/>
              </a:path>
            </a:pathLst>
          </a:custGeom>
          <a:solidFill>
            <a:srgbClr val="FFE3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99695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E2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100456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E1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101218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E0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101981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F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1027430" y="1098550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74979"/>
                </a:lnTo>
                <a:lnTo>
                  <a:pt x="6350" y="474979"/>
                </a:lnTo>
                <a:lnTo>
                  <a:pt x="6350" y="0"/>
                </a:lnTo>
                <a:close/>
              </a:path>
            </a:pathLst>
          </a:custGeom>
          <a:solidFill>
            <a:srgbClr val="FFDE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03378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D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104140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C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04901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B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105663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A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1064260" y="1098550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74979"/>
                </a:lnTo>
                <a:lnTo>
                  <a:pt x="6350" y="474979"/>
                </a:lnTo>
                <a:lnTo>
                  <a:pt x="6350" y="0"/>
                </a:lnTo>
                <a:close/>
              </a:path>
            </a:pathLst>
          </a:custGeom>
          <a:solidFill>
            <a:srgbClr val="FFD9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107061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107823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7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108585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6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109346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5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1101089" y="1098550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74979"/>
                </a:lnTo>
                <a:lnTo>
                  <a:pt x="6350" y="474979"/>
                </a:lnTo>
                <a:lnTo>
                  <a:pt x="6350" y="0"/>
                </a:lnTo>
                <a:close/>
              </a:path>
            </a:pathLst>
          </a:custGeom>
          <a:solidFill>
            <a:srgbClr val="FFD4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1107439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3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111506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20" y="0"/>
                </a:moveTo>
                <a:lnTo>
                  <a:pt x="0" y="0"/>
                </a:lnTo>
                <a:lnTo>
                  <a:pt x="0" y="474979"/>
                </a:lnTo>
                <a:lnTo>
                  <a:pt x="7620" y="474979"/>
                </a:lnTo>
                <a:lnTo>
                  <a:pt x="7620" y="0"/>
                </a:lnTo>
                <a:close/>
              </a:path>
            </a:pathLst>
          </a:custGeom>
          <a:solidFill>
            <a:srgbClr val="FFD2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1122680" y="1098550"/>
            <a:ext cx="7620" cy="474980"/>
          </a:xfrm>
          <a:custGeom>
            <a:avLst/>
            <a:gdLst/>
            <a:ahLst/>
            <a:cxnLst/>
            <a:rect l="l" t="t" r="r" b="b"/>
            <a:pathLst>
              <a:path w="7619" h="474980">
                <a:moveTo>
                  <a:pt x="7619" y="0"/>
                </a:moveTo>
                <a:lnTo>
                  <a:pt x="0" y="0"/>
                </a:lnTo>
                <a:lnTo>
                  <a:pt x="0" y="474979"/>
                </a:lnTo>
                <a:lnTo>
                  <a:pt x="7619" y="474979"/>
                </a:lnTo>
                <a:lnTo>
                  <a:pt x="7619" y="0"/>
                </a:lnTo>
                <a:close/>
              </a:path>
            </a:pathLst>
          </a:custGeom>
          <a:solidFill>
            <a:srgbClr val="FFD10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541019" y="1521459"/>
            <a:ext cx="422909" cy="473709"/>
          </a:xfrm>
          <a:custGeom>
            <a:avLst/>
            <a:gdLst/>
            <a:ahLst/>
            <a:cxnLst/>
            <a:rect l="l" t="t" r="r" b="b"/>
            <a:pathLst>
              <a:path w="422909" h="473710">
                <a:moveTo>
                  <a:pt x="422910" y="0"/>
                </a:moveTo>
                <a:lnTo>
                  <a:pt x="0" y="0"/>
                </a:lnTo>
                <a:lnTo>
                  <a:pt x="0" y="473710"/>
                </a:lnTo>
                <a:lnTo>
                  <a:pt x="422910" y="47371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909320" y="1520189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91694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FBF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92329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F7F7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93090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F3F3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9385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EFEF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94615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EBEB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95250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E7E7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9601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E3E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96773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DFDF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97408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DBDB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98171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D7D7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9893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D3D3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99695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CFCF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100330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CCCC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10109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C8C8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10185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C4C4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102616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C0C0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103251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BCBC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10401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B8B8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10477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B4B4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105536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B0B0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10617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ACAC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10693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A8A8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107696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A4A4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108458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A0A0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10909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9C9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10985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989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110616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9595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11125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9191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11201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8D8D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112776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8989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113411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8585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11417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8181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11493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7D7D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115696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7979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116331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7575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11709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7171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117856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6D6D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118618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696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11925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6666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12001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6262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120776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5E5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121538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5A5A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12217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5656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122936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5252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1236980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4E4E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124333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4A4A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1250950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4646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125856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20" y="0"/>
                </a:moveTo>
                <a:lnTo>
                  <a:pt x="0" y="0"/>
                </a:lnTo>
                <a:lnTo>
                  <a:pt x="0" y="476250"/>
                </a:lnTo>
                <a:lnTo>
                  <a:pt x="7620" y="476250"/>
                </a:lnTo>
                <a:lnTo>
                  <a:pt x="7620" y="0"/>
                </a:lnTo>
                <a:close/>
              </a:path>
            </a:pathLst>
          </a:custGeom>
          <a:solidFill>
            <a:srgbClr val="424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1266189" y="1520190"/>
            <a:ext cx="6350" cy="476250"/>
          </a:xfrm>
          <a:custGeom>
            <a:avLst/>
            <a:gdLst/>
            <a:ahLst/>
            <a:cxnLst/>
            <a:rect l="l" t="t" r="r" b="b"/>
            <a:pathLst>
              <a:path w="6350" h="476250">
                <a:moveTo>
                  <a:pt x="6350" y="0"/>
                </a:moveTo>
                <a:lnTo>
                  <a:pt x="0" y="0"/>
                </a:lnTo>
                <a:lnTo>
                  <a:pt x="0" y="476250"/>
                </a:lnTo>
                <a:lnTo>
                  <a:pt x="6350" y="476250"/>
                </a:lnTo>
                <a:lnTo>
                  <a:pt x="6350" y="0"/>
                </a:lnTo>
                <a:close/>
              </a:path>
            </a:pathLst>
          </a:custGeom>
          <a:solidFill>
            <a:srgbClr val="3E3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1272539" y="1520190"/>
            <a:ext cx="7620" cy="476250"/>
          </a:xfrm>
          <a:custGeom>
            <a:avLst/>
            <a:gdLst/>
            <a:ahLst/>
            <a:cxnLst/>
            <a:rect l="l" t="t" r="r" b="b"/>
            <a:pathLst>
              <a:path w="7619" h="476250">
                <a:moveTo>
                  <a:pt x="7619" y="0"/>
                </a:moveTo>
                <a:lnTo>
                  <a:pt x="0" y="0"/>
                </a:lnTo>
                <a:lnTo>
                  <a:pt x="0" y="476250"/>
                </a:lnTo>
                <a:lnTo>
                  <a:pt x="7619" y="476250"/>
                </a:lnTo>
                <a:lnTo>
                  <a:pt x="7619" y="0"/>
                </a:lnTo>
                <a:close/>
              </a:path>
            </a:pathLst>
          </a:custGeom>
          <a:solidFill>
            <a:srgbClr val="3A3A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127000" y="1625368"/>
            <a:ext cx="245974" cy="24534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127000" y="1614169"/>
            <a:ext cx="256540" cy="256540"/>
          </a:xfrm>
          <a:custGeom>
            <a:avLst/>
            <a:gdLst/>
            <a:ahLst/>
            <a:cxnLst/>
            <a:rect l="l" t="t" r="r" b="b"/>
            <a:pathLst>
              <a:path w="256540" h="256539">
                <a:moveTo>
                  <a:pt x="0" y="0"/>
                </a:moveTo>
                <a:lnTo>
                  <a:pt x="0" y="11198"/>
                </a:lnTo>
                <a:lnTo>
                  <a:pt x="245974" y="256539"/>
                </a:lnTo>
                <a:lnTo>
                  <a:pt x="256540" y="256539"/>
                </a:lnTo>
                <a:lnTo>
                  <a:pt x="0" y="0"/>
                </a:lnTo>
                <a:close/>
              </a:path>
            </a:pathLst>
          </a:custGeom>
          <a:solidFill>
            <a:srgbClr val="FF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127000" y="160400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0" y="0"/>
                </a:moveTo>
                <a:lnTo>
                  <a:pt x="0" y="10160"/>
                </a:lnTo>
                <a:lnTo>
                  <a:pt x="256540" y="266700"/>
                </a:lnTo>
                <a:lnTo>
                  <a:pt x="26670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FF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127000" y="1593850"/>
            <a:ext cx="276860" cy="276860"/>
          </a:xfrm>
          <a:custGeom>
            <a:avLst/>
            <a:gdLst/>
            <a:ahLst/>
            <a:cxnLst/>
            <a:rect l="l" t="t" r="r" b="b"/>
            <a:pathLst>
              <a:path w="276860" h="276860">
                <a:moveTo>
                  <a:pt x="0" y="0"/>
                </a:moveTo>
                <a:lnTo>
                  <a:pt x="0" y="10160"/>
                </a:lnTo>
                <a:lnTo>
                  <a:pt x="266700" y="276860"/>
                </a:lnTo>
                <a:lnTo>
                  <a:pt x="276860" y="276860"/>
                </a:lnTo>
                <a:lnTo>
                  <a:pt x="0" y="0"/>
                </a:lnTo>
                <a:close/>
              </a:path>
            </a:pathLst>
          </a:custGeom>
          <a:solidFill>
            <a:srgbClr val="FF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127000" y="1583690"/>
            <a:ext cx="287020" cy="287020"/>
          </a:xfrm>
          <a:custGeom>
            <a:avLst/>
            <a:gdLst/>
            <a:ahLst/>
            <a:cxnLst/>
            <a:rect l="l" t="t" r="r" b="b"/>
            <a:pathLst>
              <a:path w="287020" h="287019">
                <a:moveTo>
                  <a:pt x="0" y="0"/>
                </a:moveTo>
                <a:lnTo>
                  <a:pt x="0" y="10160"/>
                </a:lnTo>
                <a:lnTo>
                  <a:pt x="276860" y="287020"/>
                </a:lnTo>
                <a:lnTo>
                  <a:pt x="287019" y="287020"/>
                </a:lnTo>
                <a:lnTo>
                  <a:pt x="0" y="0"/>
                </a:lnTo>
                <a:close/>
              </a:path>
            </a:pathLst>
          </a:custGeom>
          <a:solidFill>
            <a:srgbClr val="FF4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127000" y="1573530"/>
            <a:ext cx="297180" cy="297180"/>
          </a:xfrm>
          <a:custGeom>
            <a:avLst/>
            <a:gdLst/>
            <a:ahLst/>
            <a:cxnLst/>
            <a:rect l="l" t="t" r="r" b="b"/>
            <a:pathLst>
              <a:path w="297180" h="297180">
                <a:moveTo>
                  <a:pt x="0" y="0"/>
                </a:moveTo>
                <a:lnTo>
                  <a:pt x="0" y="10160"/>
                </a:lnTo>
                <a:lnTo>
                  <a:pt x="287019" y="297180"/>
                </a:lnTo>
                <a:lnTo>
                  <a:pt x="297180" y="297180"/>
                </a:lnTo>
                <a:lnTo>
                  <a:pt x="0" y="0"/>
                </a:lnTo>
                <a:close/>
              </a:path>
            </a:pathLst>
          </a:custGeom>
          <a:solidFill>
            <a:srgbClr val="FF4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127000" y="156336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307340" h="307339">
                <a:moveTo>
                  <a:pt x="0" y="0"/>
                </a:moveTo>
                <a:lnTo>
                  <a:pt x="0" y="10159"/>
                </a:lnTo>
                <a:lnTo>
                  <a:pt x="297180" y="307339"/>
                </a:lnTo>
                <a:lnTo>
                  <a:pt x="307340" y="307339"/>
                </a:lnTo>
                <a:lnTo>
                  <a:pt x="0" y="0"/>
                </a:lnTo>
                <a:close/>
              </a:path>
            </a:pathLst>
          </a:custGeom>
          <a:solidFill>
            <a:srgbClr val="FF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127000" y="1551940"/>
            <a:ext cx="318770" cy="318770"/>
          </a:xfrm>
          <a:custGeom>
            <a:avLst/>
            <a:gdLst/>
            <a:ahLst/>
            <a:cxnLst/>
            <a:rect l="l" t="t" r="r" b="b"/>
            <a:pathLst>
              <a:path w="318770" h="318769">
                <a:moveTo>
                  <a:pt x="0" y="0"/>
                </a:moveTo>
                <a:lnTo>
                  <a:pt x="0" y="11430"/>
                </a:lnTo>
                <a:lnTo>
                  <a:pt x="307340" y="318770"/>
                </a:lnTo>
                <a:lnTo>
                  <a:pt x="318770" y="318770"/>
                </a:lnTo>
                <a:lnTo>
                  <a:pt x="0" y="0"/>
                </a:lnTo>
                <a:close/>
              </a:path>
            </a:pathLst>
          </a:custGeom>
          <a:solidFill>
            <a:srgbClr val="FF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127000" y="1541780"/>
            <a:ext cx="328930" cy="328930"/>
          </a:xfrm>
          <a:custGeom>
            <a:avLst/>
            <a:gdLst/>
            <a:ahLst/>
            <a:cxnLst/>
            <a:rect l="l" t="t" r="r" b="b"/>
            <a:pathLst>
              <a:path w="328930" h="328930">
                <a:moveTo>
                  <a:pt x="0" y="0"/>
                </a:moveTo>
                <a:lnTo>
                  <a:pt x="0" y="10159"/>
                </a:lnTo>
                <a:lnTo>
                  <a:pt x="318770" y="328929"/>
                </a:lnTo>
                <a:lnTo>
                  <a:pt x="328930" y="328929"/>
                </a:lnTo>
                <a:lnTo>
                  <a:pt x="0" y="0"/>
                </a:lnTo>
                <a:close/>
              </a:path>
            </a:pathLst>
          </a:custGeom>
          <a:solidFill>
            <a:srgbClr val="FF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127000" y="1531619"/>
            <a:ext cx="339090" cy="339090"/>
          </a:xfrm>
          <a:custGeom>
            <a:avLst/>
            <a:gdLst/>
            <a:ahLst/>
            <a:cxnLst/>
            <a:rect l="l" t="t" r="r" b="b"/>
            <a:pathLst>
              <a:path w="339090" h="339089">
                <a:moveTo>
                  <a:pt x="0" y="0"/>
                </a:moveTo>
                <a:lnTo>
                  <a:pt x="0" y="10160"/>
                </a:lnTo>
                <a:lnTo>
                  <a:pt x="328930" y="339090"/>
                </a:lnTo>
                <a:lnTo>
                  <a:pt x="339090" y="339090"/>
                </a:lnTo>
                <a:lnTo>
                  <a:pt x="0" y="0"/>
                </a:lnTo>
                <a:close/>
              </a:path>
            </a:pathLst>
          </a:custGeom>
          <a:solidFill>
            <a:srgbClr val="FF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127000" y="1521558"/>
            <a:ext cx="348615" cy="349250"/>
          </a:xfrm>
          <a:custGeom>
            <a:avLst/>
            <a:gdLst/>
            <a:ahLst/>
            <a:cxnLst/>
            <a:rect l="l" t="t" r="r" b="b"/>
            <a:pathLst>
              <a:path w="348615" h="349250">
                <a:moveTo>
                  <a:pt x="0" y="0"/>
                </a:moveTo>
                <a:lnTo>
                  <a:pt x="0" y="10061"/>
                </a:lnTo>
                <a:lnTo>
                  <a:pt x="339090" y="349151"/>
                </a:lnTo>
                <a:lnTo>
                  <a:pt x="348254" y="349151"/>
                </a:lnTo>
                <a:lnTo>
                  <a:pt x="0" y="0"/>
                </a:lnTo>
                <a:close/>
              </a:path>
            </a:pathLst>
          </a:custGeom>
          <a:solidFill>
            <a:srgbClr val="FF55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127000" y="1511385"/>
            <a:ext cx="358775" cy="359410"/>
          </a:xfrm>
          <a:custGeom>
            <a:avLst/>
            <a:gdLst/>
            <a:ahLst/>
            <a:cxnLst/>
            <a:rect l="l" t="t" r="r" b="b"/>
            <a:pathLst>
              <a:path w="358775" h="359410">
                <a:moveTo>
                  <a:pt x="0" y="0"/>
                </a:moveTo>
                <a:lnTo>
                  <a:pt x="0" y="10173"/>
                </a:lnTo>
                <a:lnTo>
                  <a:pt x="348254" y="359324"/>
                </a:lnTo>
                <a:lnTo>
                  <a:pt x="358401" y="359324"/>
                </a:lnTo>
                <a:lnTo>
                  <a:pt x="0" y="0"/>
                </a:lnTo>
                <a:close/>
              </a:path>
            </a:pathLst>
          </a:custGeom>
          <a:solidFill>
            <a:srgbClr val="FF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127000" y="1501140"/>
            <a:ext cx="369570" cy="369570"/>
          </a:xfrm>
          <a:custGeom>
            <a:avLst/>
            <a:gdLst/>
            <a:ahLst/>
            <a:cxnLst/>
            <a:rect l="l" t="t" r="r" b="b"/>
            <a:pathLst>
              <a:path w="369570" h="369569">
                <a:moveTo>
                  <a:pt x="0" y="0"/>
                </a:moveTo>
                <a:lnTo>
                  <a:pt x="0" y="10245"/>
                </a:lnTo>
                <a:lnTo>
                  <a:pt x="358401" y="369570"/>
                </a:lnTo>
                <a:lnTo>
                  <a:pt x="369570" y="369570"/>
                </a:lnTo>
                <a:lnTo>
                  <a:pt x="0" y="0"/>
                </a:lnTo>
                <a:close/>
              </a:path>
            </a:pathLst>
          </a:custGeom>
          <a:solidFill>
            <a:srgbClr val="FF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127000" y="1490980"/>
            <a:ext cx="379730" cy="379730"/>
          </a:xfrm>
          <a:custGeom>
            <a:avLst/>
            <a:gdLst/>
            <a:ahLst/>
            <a:cxnLst/>
            <a:rect l="l" t="t" r="r" b="b"/>
            <a:pathLst>
              <a:path w="379730" h="379730">
                <a:moveTo>
                  <a:pt x="0" y="0"/>
                </a:moveTo>
                <a:lnTo>
                  <a:pt x="0" y="10159"/>
                </a:lnTo>
                <a:lnTo>
                  <a:pt x="369570" y="379729"/>
                </a:lnTo>
                <a:lnTo>
                  <a:pt x="379730" y="379729"/>
                </a:lnTo>
                <a:lnTo>
                  <a:pt x="0" y="0"/>
                </a:lnTo>
                <a:close/>
              </a:path>
            </a:pathLst>
          </a:custGeom>
          <a:solidFill>
            <a:srgbClr val="FF5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127000" y="1480819"/>
            <a:ext cx="389890" cy="389890"/>
          </a:xfrm>
          <a:custGeom>
            <a:avLst/>
            <a:gdLst/>
            <a:ahLst/>
            <a:cxnLst/>
            <a:rect l="l" t="t" r="r" b="b"/>
            <a:pathLst>
              <a:path w="389890" h="389889">
                <a:moveTo>
                  <a:pt x="0" y="0"/>
                </a:moveTo>
                <a:lnTo>
                  <a:pt x="0" y="10160"/>
                </a:lnTo>
                <a:lnTo>
                  <a:pt x="379730" y="389890"/>
                </a:lnTo>
                <a:lnTo>
                  <a:pt x="389890" y="389890"/>
                </a:lnTo>
                <a:lnTo>
                  <a:pt x="0" y="0"/>
                </a:lnTo>
                <a:close/>
              </a:path>
            </a:pathLst>
          </a:custGeom>
          <a:solidFill>
            <a:srgbClr val="FF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127000" y="1470659"/>
            <a:ext cx="400050" cy="400050"/>
          </a:xfrm>
          <a:custGeom>
            <a:avLst/>
            <a:gdLst/>
            <a:ahLst/>
            <a:cxnLst/>
            <a:rect l="l" t="t" r="r" b="b"/>
            <a:pathLst>
              <a:path w="400050" h="400050">
                <a:moveTo>
                  <a:pt x="0" y="0"/>
                </a:moveTo>
                <a:lnTo>
                  <a:pt x="0" y="10160"/>
                </a:lnTo>
                <a:lnTo>
                  <a:pt x="389890" y="400050"/>
                </a:lnTo>
                <a:lnTo>
                  <a:pt x="400049" y="400050"/>
                </a:lnTo>
                <a:lnTo>
                  <a:pt x="0" y="0"/>
                </a:lnTo>
                <a:close/>
              </a:path>
            </a:pathLst>
          </a:custGeom>
          <a:solidFill>
            <a:srgbClr val="FF62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127000" y="1460500"/>
            <a:ext cx="410209" cy="410209"/>
          </a:xfrm>
          <a:custGeom>
            <a:avLst/>
            <a:gdLst/>
            <a:ahLst/>
            <a:cxnLst/>
            <a:rect l="l" t="t" r="r" b="b"/>
            <a:pathLst>
              <a:path w="410209" h="410210">
                <a:moveTo>
                  <a:pt x="0" y="0"/>
                </a:moveTo>
                <a:lnTo>
                  <a:pt x="0" y="10160"/>
                </a:lnTo>
                <a:lnTo>
                  <a:pt x="400049" y="410210"/>
                </a:lnTo>
                <a:lnTo>
                  <a:pt x="410210" y="410210"/>
                </a:lnTo>
                <a:lnTo>
                  <a:pt x="0" y="0"/>
                </a:lnTo>
                <a:close/>
              </a:path>
            </a:pathLst>
          </a:custGeom>
          <a:solidFill>
            <a:srgbClr val="FF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127000" y="1450340"/>
            <a:ext cx="420370" cy="420370"/>
          </a:xfrm>
          <a:custGeom>
            <a:avLst/>
            <a:gdLst/>
            <a:ahLst/>
            <a:cxnLst/>
            <a:rect l="l" t="t" r="r" b="b"/>
            <a:pathLst>
              <a:path w="420370" h="420369">
                <a:moveTo>
                  <a:pt x="0" y="0"/>
                </a:moveTo>
                <a:lnTo>
                  <a:pt x="0" y="10160"/>
                </a:lnTo>
                <a:lnTo>
                  <a:pt x="410210" y="420370"/>
                </a:lnTo>
                <a:lnTo>
                  <a:pt x="420369" y="420370"/>
                </a:lnTo>
                <a:lnTo>
                  <a:pt x="0" y="0"/>
                </a:lnTo>
                <a:close/>
              </a:path>
            </a:pathLst>
          </a:custGeom>
          <a:solidFill>
            <a:srgbClr val="FF68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127000" y="1447800"/>
            <a:ext cx="431800" cy="422909"/>
          </a:xfrm>
          <a:custGeom>
            <a:avLst/>
            <a:gdLst/>
            <a:ahLst/>
            <a:cxnLst/>
            <a:rect l="l" t="t" r="r" b="b"/>
            <a:pathLst>
              <a:path w="431800" h="422910">
                <a:moveTo>
                  <a:pt x="8889" y="0"/>
                </a:moveTo>
                <a:lnTo>
                  <a:pt x="0" y="0"/>
                </a:lnTo>
                <a:lnTo>
                  <a:pt x="0" y="2539"/>
                </a:lnTo>
                <a:lnTo>
                  <a:pt x="420370" y="422910"/>
                </a:lnTo>
                <a:lnTo>
                  <a:pt x="431800" y="422910"/>
                </a:lnTo>
                <a:lnTo>
                  <a:pt x="8889" y="0"/>
                </a:lnTo>
                <a:close/>
              </a:path>
            </a:pathLst>
          </a:custGeom>
          <a:solidFill>
            <a:srgbClr val="FF6A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13588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60" y="0"/>
                </a:moveTo>
                <a:lnTo>
                  <a:pt x="0" y="0"/>
                </a:lnTo>
                <a:lnTo>
                  <a:pt x="422910" y="422910"/>
                </a:lnTo>
                <a:lnTo>
                  <a:pt x="433070" y="422910"/>
                </a:lnTo>
                <a:lnTo>
                  <a:pt x="10160" y="0"/>
                </a:lnTo>
                <a:close/>
              </a:path>
            </a:pathLst>
          </a:custGeom>
          <a:solidFill>
            <a:srgbClr val="FF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46050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5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69" y="422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5620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60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70" y="422910"/>
                </a:lnTo>
                <a:lnTo>
                  <a:pt x="10160" y="0"/>
                </a:lnTo>
                <a:close/>
              </a:path>
            </a:pathLst>
          </a:custGeom>
          <a:solidFill>
            <a:srgbClr val="FF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bg object 137"/>
          <p:cNvSpPr/>
          <p:nvPr/>
        </p:nvSpPr>
        <p:spPr>
          <a:xfrm>
            <a:off x="16636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8955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2955" y="422910"/>
                </a:lnTo>
                <a:lnTo>
                  <a:pt x="8955" y="0"/>
                </a:lnTo>
                <a:close/>
              </a:path>
            </a:pathLst>
          </a:custGeom>
          <a:solidFill>
            <a:srgbClr val="FF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bg object 138"/>
          <p:cNvSpPr/>
          <p:nvPr/>
        </p:nvSpPr>
        <p:spPr>
          <a:xfrm>
            <a:off x="175325" y="1447800"/>
            <a:ext cx="434340" cy="422909"/>
          </a:xfrm>
          <a:custGeom>
            <a:avLst/>
            <a:gdLst/>
            <a:ahLst/>
            <a:cxnLst/>
            <a:rect l="l" t="t" r="r" b="b"/>
            <a:pathLst>
              <a:path w="434340" h="422910">
                <a:moveTo>
                  <a:pt x="10173" y="0"/>
                </a:moveTo>
                <a:lnTo>
                  <a:pt x="0" y="0"/>
                </a:lnTo>
                <a:lnTo>
                  <a:pt x="423999" y="422910"/>
                </a:lnTo>
                <a:lnTo>
                  <a:pt x="434173" y="422910"/>
                </a:lnTo>
                <a:lnTo>
                  <a:pt x="10173" y="0"/>
                </a:lnTo>
                <a:close/>
              </a:path>
            </a:pathLst>
          </a:custGeom>
          <a:solidFill>
            <a:srgbClr val="FF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bg object 139"/>
          <p:cNvSpPr/>
          <p:nvPr/>
        </p:nvSpPr>
        <p:spPr>
          <a:xfrm>
            <a:off x="185498" y="1447800"/>
            <a:ext cx="434340" cy="422909"/>
          </a:xfrm>
          <a:custGeom>
            <a:avLst/>
            <a:gdLst/>
            <a:ahLst/>
            <a:cxnLst/>
            <a:rect l="l" t="t" r="r" b="b"/>
            <a:pathLst>
              <a:path w="434340" h="422910">
                <a:moveTo>
                  <a:pt x="11351" y="0"/>
                </a:moveTo>
                <a:lnTo>
                  <a:pt x="0" y="0"/>
                </a:lnTo>
                <a:lnTo>
                  <a:pt x="423999" y="422910"/>
                </a:lnTo>
                <a:lnTo>
                  <a:pt x="434261" y="422910"/>
                </a:lnTo>
                <a:lnTo>
                  <a:pt x="11351" y="0"/>
                </a:lnTo>
                <a:close/>
              </a:path>
            </a:pathLst>
          </a:custGeom>
          <a:solidFill>
            <a:srgbClr val="FF7A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bg object 140"/>
          <p:cNvSpPr/>
          <p:nvPr/>
        </p:nvSpPr>
        <p:spPr>
          <a:xfrm>
            <a:off x="196850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5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69" y="422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bg object 141"/>
          <p:cNvSpPr/>
          <p:nvPr/>
        </p:nvSpPr>
        <p:spPr>
          <a:xfrm>
            <a:off x="207010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60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70" y="422910"/>
                </a:lnTo>
                <a:lnTo>
                  <a:pt x="10160" y="0"/>
                </a:lnTo>
                <a:close/>
              </a:path>
            </a:pathLst>
          </a:custGeom>
          <a:solidFill>
            <a:srgbClr val="F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bg object 142"/>
          <p:cNvSpPr/>
          <p:nvPr/>
        </p:nvSpPr>
        <p:spPr>
          <a:xfrm>
            <a:off x="21716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5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3069" y="422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82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bg object 143"/>
          <p:cNvSpPr/>
          <p:nvPr/>
        </p:nvSpPr>
        <p:spPr>
          <a:xfrm>
            <a:off x="227330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59" y="0"/>
                </a:moveTo>
                <a:lnTo>
                  <a:pt x="0" y="0"/>
                </a:lnTo>
                <a:lnTo>
                  <a:pt x="422910" y="422910"/>
                </a:lnTo>
                <a:lnTo>
                  <a:pt x="433070" y="422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bg object 144"/>
          <p:cNvSpPr/>
          <p:nvPr/>
        </p:nvSpPr>
        <p:spPr>
          <a:xfrm>
            <a:off x="237489" y="1447800"/>
            <a:ext cx="433070" cy="422909"/>
          </a:xfrm>
          <a:custGeom>
            <a:avLst/>
            <a:gdLst/>
            <a:ahLst/>
            <a:cxnLst/>
            <a:rect l="l" t="t" r="r" b="b"/>
            <a:pathLst>
              <a:path w="433070" h="422910">
                <a:moveTo>
                  <a:pt x="10160" y="0"/>
                </a:moveTo>
                <a:lnTo>
                  <a:pt x="0" y="0"/>
                </a:lnTo>
                <a:lnTo>
                  <a:pt x="422910" y="422910"/>
                </a:lnTo>
                <a:lnTo>
                  <a:pt x="433070" y="422910"/>
                </a:lnTo>
                <a:lnTo>
                  <a:pt x="10160" y="0"/>
                </a:lnTo>
                <a:close/>
              </a:path>
            </a:pathLst>
          </a:custGeom>
          <a:solidFill>
            <a:srgbClr val="FF87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bg object 145"/>
          <p:cNvSpPr/>
          <p:nvPr/>
        </p:nvSpPr>
        <p:spPr>
          <a:xfrm>
            <a:off x="247650" y="1447800"/>
            <a:ext cx="434340" cy="422909"/>
          </a:xfrm>
          <a:custGeom>
            <a:avLst/>
            <a:gdLst/>
            <a:ahLst/>
            <a:cxnLst/>
            <a:rect l="l" t="t" r="r" b="b"/>
            <a:pathLst>
              <a:path w="434340" h="422910">
                <a:moveTo>
                  <a:pt x="1142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34339" y="422910"/>
                </a:lnTo>
                <a:lnTo>
                  <a:pt x="11429" y="0"/>
                </a:lnTo>
                <a:close/>
              </a:path>
            </a:pathLst>
          </a:custGeom>
          <a:solidFill>
            <a:srgbClr val="FF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bg object 146"/>
          <p:cNvSpPr/>
          <p:nvPr/>
        </p:nvSpPr>
        <p:spPr>
          <a:xfrm>
            <a:off x="259079" y="1447800"/>
            <a:ext cx="429259" cy="422909"/>
          </a:xfrm>
          <a:custGeom>
            <a:avLst/>
            <a:gdLst/>
            <a:ahLst/>
            <a:cxnLst/>
            <a:rect l="l" t="t" r="r" b="b"/>
            <a:pathLst>
              <a:path w="429259" h="422910">
                <a:moveTo>
                  <a:pt x="10159" y="0"/>
                </a:moveTo>
                <a:lnTo>
                  <a:pt x="0" y="0"/>
                </a:lnTo>
                <a:lnTo>
                  <a:pt x="422909" y="422910"/>
                </a:lnTo>
                <a:lnTo>
                  <a:pt x="427989" y="422910"/>
                </a:lnTo>
                <a:lnTo>
                  <a:pt x="429259" y="421639"/>
                </a:lnTo>
                <a:lnTo>
                  <a:pt x="429259" y="419100"/>
                </a:lnTo>
                <a:lnTo>
                  <a:pt x="10159" y="0"/>
                </a:lnTo>
                <a:close/>
              </a:path>
            </a:pathLst>
          </a:custGeom>
          <a:solidFill>
            <a:srgbClr val="FF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bg object 147"/>
          <p:cNvSpPr/>
          <p:nvPr/>
        </p:nvSpPr>
        <p:spPr>
          <a:xfrm>
            <a:off x="269239" y="14478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10160" y="0"/>
                </a:moveTo>
                <a:lnTo>
                  <a:pt x="0" y="0"/>
                </a:lnTo>
                <a:lnTo>
                  <a:pt x="419100" y="419100"/>
                </a:lnTo>
                <a:lnTo>
                  <a:pt x="419100" y="408939"/>
                </a:lnTo>
                <a:lnTo>
                  <a:pt x="10160" y="0"/>
                </a:lnTo>
                <a:close/>
              </a:path>
            </a:pathLst>
          </a:custGeom>
          <a:solidFill>
            <a:srgbClr val="F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bg object 148"/>
          <p:cNvSpPr/>
          <p:nvPr/>
        </p:nvSpPr>
        <p:spPr>
          <a:xfrm>
            <a:off x="279400" y="1447800"/>
            <a:ext cx="408940" cy="408940"/>
          </a:xfrm>
          <a:custGeom>
            <a:avLst/>
            <a:gdLst/>
            <a:ahLst/>
            <a:cxnLst/>
            <a:rect l="l" t="t" r="r" b="b"/>
            <a:pathLst>
              <a:path w="408940" h="408939">
                <a:moveTo>
                  <a:pt x="9947" y="0"/>
                </a:moveTo>
                <a:lnTo>
                  <a:pt x="0" y="0"/>
                </a:lnTo>
                <a:lnTo>
                  <a:pt x="408939" y="408939"/>
                </a:lnTo>
                <a:lnTo>
                  <a:pt x="408939" y="400020"/>
                </a:lnTo>
                <a:lnTo>
                  <a:pt x="9947" y="0"/>
                </a:lnTo>
                <a:close/>
              </a:path>
            </a:pathLst>
          </a:custGeom>
          <a:solidFill>
            <a:srgbClr val="FF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bg object 149"/>
          <p:cNvSpPr/>
          <p:nvPr/>
        </p:nvSpPr>
        <p:spPr>
          <a:xfrm>
            <a:off x="289347" y="1447800"/>
            <a:ext cx="399415" cy="400050"/>
          </a:xfrm>
          <a:custGeom>
            <a:avLst/>
            <a:gdLst/>
            <a:ahLst/>
            <a:cxnLst/>
            <a:rect l="l" t="t" r="r" b="b"/>
            <a:pathLst>
              <a:path w="399415" h="400050">
                <a:moveTo>
                  <a:pt x="10146" y="0"/>
                </a:moveTo>
                <a:lnTo>
                  <a:pt x="0" y="0"/>
                </a:lnTo>
                <a:lnTo>
                  <a:pt x="398992" y="400020"/>
                </a:lnTo>
                <a:lnTo>
                  <a:pt x="398992" y="389847"/>
                </a:lnTo>
                <a:lnTo>
                  <a:pt x="10146" y="0"/>
                </a:lnTo>
                <a:close/>
              </a:path>
            </a:pathLst>
          </a:custGeom>
          <a:solidFill>
            <a:srgbClr val="FF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bg object 150"/>
          <p:cNvSpPr/>
          <p:nvPr/>
        </p:nvSpPr>
        <p:spPr>
          <a:xfrm>
            <a:off x="299494" y="1447800"/>
            <a:ext cx="389255" cy="389890"/>
          </a:xfrm>
          <a:custGeom>
            <a:avLst/>
            <a:gdLst/>
            <a:ahLst/>
            <a:cxnLst/>
            <a:rect l="l" t="t" r="r" b="b"/>
            <a:pathLst>
              <a:path w="389255" h="389889">
                <a:moveTo>
                  <a:pt x="9115" y="0"/>
                </a:moveTo>
                <a:lnTo>
                  <a:pt x="0" y="0"/>
                </a:lnTo>
                <a:lnTo>
                  <a:pt x="388845" y="389847"/>
                </a:lnTo>
                <a:lnTo>
                  <a:pt x="388845" y="379730"/>
                </a:lnTo>
                <a:lnTo>
                  <a:pt x="9115" y="0"/>
                </a:lnTo>
                <a:close/>
              </a:path>
            </a:pathLst>
          </a:custGeom>
          <a:solidFill>
            <a:srgbClr val="FF97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bg object 151"/>
          <p:cNvSpPr/>
          <p:nvPr/>
        </p:nvSpPr>
        <p:spPr>
          <a:xfrm>
            <a:off x="308610" y="1447800"/>
            <a:ext cx="379730" cy="379730"/>
          </a:xfrm>
          <a:custGeom>
            <a:avLst/>
            <a:gdLst/>
            <a:ahLst/>
            <a:cxnLst/>
            <a:rect l="l" t="t" r="r" b="b"/>
            <a:pathLst>
              <a:path w="379730" h="379730">
                <a:moveTo>
                  <a:pt x="11429" y="0"/>
                </a:moveTo>
                <a:lnTo>
                  <a:pt x="0" y="0"/>
                </a:lnTo>
                <a:lnTo>
                  <a:pt x="379730" y="379730"/>
                </a:lnTo>
                <a:lnTo>
                  <a:pt x="379730" y="368300"/>
                </a:lnTo>
                <a:lnTo>
                  <a:pt x="11429" y="0"/>
                </a:lnTo>
                <a:close/>
              </a:path>
            </a:pathLst>
          </a:custGeom>
          <a:solidFill>
            <a:srgbClr val="FF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bg object 152"/>
          <p:cNvSpPr/>
          <p:nvPr/>
        </p:nvSpPr>
        <p:spPr>
          <a:xfrm>
            <a:off x="320039" y="1447800"/>
            <a:ext cx="368300" cy="368300"/>
          </a:xfrm>
          <a:custGeom>
            <a:avLst/>
            <a:gdLst/>
            <a:ahLst/>
            <a:cxnLst/>
            <a:rect l="l" t="t" r="r" b="b"/>
            <a:pathLst>
              <a:path w="368300" h="368300">
                <a:moveTo>
                  <a:pt x="10160" y="0"/>
                </a:moveTo>
                <a:lnTo>
                  <a:pt x="0" y="0"/>
                </a:lnTo>
                <a:lnTo>
                  <a:pt x="368300" y="368300"/>
                </a:lnTo>
                <a:lnTo>
                  <a:pt x="368300" y="358139"/>
                </a:lnTo>
                <a:lnTo>
                  <a:pt x="10160" y="0"/>
                </a:lnTo>
                <a:close/>
              </a:path>
            </a:pathLst>
          </a:custGeom>
          <a:solidFill>
            <a:srgbClr val="FF9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bg object 153"/>
          <p:cNvSpPr/>
          <p:nvPr/>
        </p:nvSpPr>
        <p:spPr>
          <a:xfrm>
            <a:off x="330200" y="1447800"/>
            <a:ext cx="358140" cy="358140"/>
          </a:xfrm>
          <a:custGeom>
            <a:avLst/>
            <a:gdLst/>
            <a:ahLst/>
            <a:cxnLst/>
            <a:rect l="l" t="t" r="r" b="b"/>
            <a:pathLst>
              <a:path w="358140" h="358139">
                <a:moveTo>
                  <a:pt x="10159" y="0"/>
                </a:moveTo>
                <a:lnTo>
                  <a:pt x="0" y="0"/>
                </a:lnTo>
                <a:lnTo>
                  <a:pt x="358139" y="358139"/>
                </a:lnTo>
                <a:lnTo>
                  <a:pt x="358139" y="347980"/>
                </a:lnTo>
                <a:lnTo>
                  <a:pt x="10159" y="0"/>
                </a:lnTo>
                <a:close/>
              </a:path>
            </a:pathLst>
          </a:custGeom>
          <a:solidFill>
            <a:srgbClr val="FF9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bg object 154"/>
          <p:cNvSpPr/>
          <p:nvPr/>
        </p:nvSpPr>
        <p:spPr>
          <a:xfrm>
            <a:off x="340359" y="1447800"/>
            <a:ext cx="347980" cy="347980"/>
          </a:xfrm>
          <a:custGeom>
            <a:avLst/>
            <a:gdLst/>
            <a:ahLst/>
            <a:cxnLst/>
            <a:rect l="l" t="t" r="r" b="b"/>
            <a:pathLst>
              <a:path w="347980" h="347980">
                <a:moveTo>
                  <a:pt x="10159" y="0"/>
                </a:moveTo>
                <a:lnTo>
                  <a:pt x="0" y="0"/>
                </a:lnTo>
                <a:lnTo>
                  <a:pt x="347980" y="347980"/>
                </a:lnTo>
                <a:lnTo>
                  <a:pt x="347979" y="337819"/>
                </a:lnTo>
                <a:lnTo>
                  <a:pt x="10159" y="0"/>
                </a:lnTo>
                <a:close/>
              </a:path>
            </a:pathLst>
          </a:custGeom>
          <a:solidFill>
            <a:srgbClr val="FF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bg object 155"/>
          <p:cNvSpPr/>
          <p:nvPr/>
        </p:nvSpPr>
        <p:spPr>
          <a:xfrm>
            <a:off x="350520" y="1447800"/>
            <a:ext cx="337820" cy="337820"/>
          </a:xfrm>
          <a:custGeom>
            <a:avLst/>
            <a:gdLst/>
            <a:ahLst/>
            <a:cxnLst/>
            <a:rect l="l" t="t" r="r" b="b"/>
            <a:pathLst>
              <a:path w="337820" h="337819">
                <a:moveTo>
                  <a:pt x="10160" y="0"/>
                </a:moveTo>
                <a:lnTo>
                  <a:pt x="0" y="0"/>
                </a:lnTo>
                <a:lnTo>
                  <a:pt x="337820" y="337819"/>
                </a:lnTo>
                <a:lnTo>
                  <a:pt x="337820" y="327660"/>
                </a:lnTo>
                <a:lnTo>
                  <a:pt x="10160" y="0"/>
                </a:lnTo>
                <a:close/>
              </a:path>
            </a:pathLst>
          </a:custGeom>
          <a:solidFill>
            <a:srgbClr val="FF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bg object 156"/>
          <p:cNvSpPr/>
          <p:nvPr/>
        </p:nvSpPr>
        <p:spPr>
          <a:xfrm>
            <a:off x="360679" y="1447800"/>
            <a:ext cx="327660" cy="327660"/>
          </a:xfrm>
          <a:custGeom>
            <a:avLst/>
            <a:gdLst/>
            <a:ahLst/>
            <a:cxnLst/>
            <a:rect l="l" t="t" r="r" b="b"/>
            <a:pathLst>
              <a:path w="327659" h="327660">
                <a:moveTo>
                  <a:pt x="10159" y="0"/>
                </a:moveTo>
                <a:lnTo>
                  <a:pt x="0" y="0"/>
                </a:lnTo>
                <a:lnTo>
                  <a:pt x="327659" y="327660"/>
                </a:lnTo>
                <a:lnTo>
                  <a:pt x="327659" y="317500"/>
                </a:lnTo>
                <a:lnTo>
                  <a:pt x="10159" y="0"/>
                </a:lnTo>
                <a:close/>
              </a:path>
            </a:pathLst>
          </a:custGeom>
          <a:solidFill>
            <a:srgbClr val="FF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bg object 157"/>
          <p:cNvSpPr/>
          <p:nvPr/>
        </p:nvSpPr>
        <p:spPr>
          <a:xfrm>
            <a:off x="370840" y="14478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1430" y="0"/>
                </a:moveTo>
                <a:lnTo>
                  <a:pt x="0" y="0"/>
                </a:lnTo>
                <a:lnTo>
                  <a:pt x="317500" y="317500"/>
                </a:lnTo>
                <a:lnTo>
                  <a:pt x="317500" y="306070"/>
                </a:lnTo>
                <a:lnTo>
                  <a:pt x="11430" y="0"/>
                </a:lnTo>
                <a:close/>
              </a:path>
            </a:pathLst>
          </a:custGeom>
          <a:solidFill>
            <a:srgbClr val="FF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bg object 158"/>
          <p:cNvSpPr/>
          <p:nvPr/>
        </p:nvSpPr>
        <p:spPr>
          <a:xfrm>
            <a:off x="382270" y="1447800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10159" y="0"/>
                </a:moveTo>
                <a:lnTo>
                  <a:pt x="0" y="0"/>
                </a:lnTo>
                <a:lnTo>
                  <a:pt x="306069" y="306069"/>
                </a:lnTo>
                <a:lnTo>
                  <a:pt x="306069" y="295910"/>
                </a:lnTo>
                <a:lnTo>
                  <a:pt x="10159" y="0"/>
                </a:lnTo>
                <a:close/>
              </a:path>
            </a:pathLst>
          </a:custGeom>
          <a:solidFill>
            <a:srgbClr val="FF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bg object 159"/>
          <p:cNvSpPr/>
          <p:nvPr/>
        </p:nvSpPr>
        <p:spPr>
          <a:xfrm>
            <a:off x="392429" y="1447800"/>
            <a:ext cx="295910" cy="295910"/>
          </a:xfrm>
          <a:custGeom>
            <a:avLst/>
            <a:gdLst/>
            <a:ahLst/>
            <a:cxnLst/>
            <a:rect l="l" t="t" r="r" b="b"/>
            <a:pathLst>
              <a:path w="295909" h="295910">
                <a:moveTo>
                  <a:pt x="9246" y="0"/>
                </a:moveTo>
                <a:lnTo>
                  <a:pt x="0" y="0"/>
                </a:lnTo>
                <a:lnTo>
                  <a:pt x="295910" y="295910"/>
                </a:lnTo>
                <a:lnTo>
                  <a:pt x="295910" y="285926"/>
                </a:lnTo>
                <a:lnTo>
                  <a:pt x="9246" y="0"/>
                </a:lnTo>
                <a:close/>
              </a:path>
            </a:pathLst>
          </a:custGeom>
          <a:solidFill>
            <a:srgbClr val="FFA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bg object 160"/>
          <p:cNvSpPr/>
          <p:nvPr/>
        </p:nvSpPr>
        <p:spPr>
          <a:xfrm>
            <a:off x="401676" y="1447800"/>
            <a:ext cx="287020" cy="286385"/>
          </a:xfrm>
          <a:custGeom>
            <a:avLst/>
            <a:gdLst/>
            <a:ahLst/>
            <a:cxnLst/>
            <a:rect l="l" t="t" r="r" b="b"/>
            <a:pathLst>
              <a:path w="287020" h="286385">
                <a:moveTo>
                  <a:pt x="10173" y="0"/>
                </a:moveTo>
                <a:lnTo>
                  <a:pt x="0" y="0"/>
                </a:lnTo>
                <a:lnTo>
                  <a:pt x="286663" y="285926"/>
                </a:lnTo>
                <a:lnTo>
                  <a:pt x="286663" y="275779"/>
                </a:lnTo>
                <a:lnTo>
                  <a:pt x="10173" y="0"/>
                </a:lnTo>
                <a:close/>
              </a:path>
            </a:pathLst>
          </a:custGeom>
          <a:solidFill>
            <a:srgbClr val="FF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bg object 161"/>
          <p:cNvSpPr/>
          <p:nvPr/>
        </p:nvSpPr>
        <p:spPr>
          <a:xfrm>
            <a:off x="411849" y="1447800"/>
            <a:ext cx="276860" cy="276225"/>
          </a:xfrm>
          <a:custGeom>
            <a:avLst/>
            <a:gdLst/>
            <a:ahLst/>
            <a:cxnLst/>
            <a:rect l="l" t="t" r="r" b="b"/>
            <a:pathLst>
              <a:path w="276859" h="276225">
                <a:moveTo>
                  <a:pt x="9790" y="0"/>
                </a:moveTo>
                <a:lnTo>
                  <a:pt x="0" y="0"/>
                </a:lnTo>
                <a:lnTo>
                  <a:pt x="276490" y="275779"/>
                </a:lnTo>
                <a:lnTo>
                  <a:pt x="276490" y="266700"/>
                </a:lnTo>
                <a:lnTo>
                  <a:pt x="9790" y="0"/>
                </a:lnTo>
                <a:close/>
              </a:path>
            </a:pathLst>
          </a:custGeom>
          <a:solidFill>
            <a:srgbClr val="FF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bg object 162"/>
          <p:cNvSpPr/>
          <p:nvPr/>
        </p:nvSpPr>
        <p:spPr>
          <a:xfrm>
            <a:off x="421640" y="1447800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1430" y="0"/>
                </a:moveTo>
                <a:lnTo>
                  <a:pt x="0" y="0"/>
                </a:lnTo>
                <a:lnTo>
                  <a:pt x="266700" y="266700"/>
                </a:lnTo>
                <a:lnTo>
                  <a:pt x="266700" y="255269"/>
                </a:lnTo>
                <a:lnTo>
                  <a:pt x="11430" y="0"/>
                </a:lnTo>
                <a:close/>
              </a:path>
            </a:pathLst>
          </a:custGeom>
          <a:solidFill>
            <a:srgbClr val="FF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bg object 163"/>
          <p:cNvSpPr/>
          <p:nvPr/>
        </p:nvSpPr>
        <p:spPr>
          <a:xfrm>
            <a:off x="433070" y="1447800"/>
            <a:ext cx="255270" cy="255270"/>
          </a:xfrm>
          <a:custGeom>
            <a:avLst/>
            <a:gdLst/>
            <a:ahLst/>
            <a:cxnLst/>
            <a:rect l="l" t="t" r="r" b="b"/>
            <a:pathLst>
              <a:path w="255270" h="255269">
                <a:moveTo>
                  <a:pt x="10159" y="0"/>
                </a:moveTo>
                <a:lnTo>
                  <a:pt x="0" y="0"/>
                </a:lnTo>
                <a:lnTo>
                  <a:pt x="255269" y="255269"/>
                </a:lnTo>
                <a:lnTo>
                  <a:pt x="255269" y="245110"/>
                </a:lnTo>
                <a:lnTo>
                  <a:pt x="10159" y="0"/>
                </a:lnTo>
                <a:close/>
              </a:path>
            </a:pathLst>
          </a:custGeom>
          <a:solidFill>
            <a:srgbClr val="FF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bg object 164"/>
          <p:cNvSpPr/>
          <p:nvPr/>
        </p:nvSpPr>
        <p:spPr>
          <a:xfrm>
            <a:off x="443229" y="1447800"/>
            <a:ext cx="245110" cy="24511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bg object 165"/>
          <p:cNvSpPr/>
          <p:nvPr/>
        </p:nvSpPr>
        <p:spPr>
          <a:xfrm>
            <a:off x="762000" y="990600"/>
            <a:ext cx="31750" cy="1051560"/>
          </a:xfrm>
          <a:custGeom>
            <a:avLst/>
            <a:gdLst/>
            <a:ahLst/>
            <a:cxnLst/>
            <a:rect l="l" t="t" r="r" b="b"/>
            <a:pathLst>
              <a:path w="31750" h="1051560">
                <a:moveTo>
                  <a:pt x="31750" y="0"/>
                </a:moveTo>
                <a:lnTo>
                  <a:pt x="0" y="0"/>
                </a:lnTo>
                <a:lnTo>
                  <a:pt x="0" y="1051560"/>
                </a:lnTo>
                <a:lnTo>
                  <a:pt x="31750" y="1051560"/>
                </a:lnTo>
                <a:close/>
              </a:path>
            </a:pathLst>
          </a:custGeom>
          <a:solidFill>
            <a:srgbClr val="1B1B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bg object 166"/>
          <p:cNvSpPr/>
          <p:nvPr/>
        </p:nvSpPr>
        <p:spPr>
          <a:xfrm>
            <a:off x="441960" y="1779269"/>
            <a:ext cx="72390" cy="34290"/>
          </a:xfrm>
          <a:custGeom>
            <a:avLst/>
            <a:gdLst/>
            <a:ahLst/>
            <a:cxnLst/>
            <a:rect l="l" t="t" r="r" b="b"/>
            <a:pathLst>
              <a:path w="72390" h="34289">
                <a:moveTo>
                  <a:pt x="72390" y="0"/>
                </a:moveTo>
                <a:lnTo>
                  <a:pt x="35560" y="0"/>
                </a:lnTo>
                <a:lnTo>
                  <a:pt x="0" y="0"/>
                </a:lnTo>
                <a:lnTo>
                  <a:pt x="0" y="34290"/>
                </a:lnTo>
                <a:lnTo>
                  <a:pt x="35560" y="34290"/>
                </a:lnTo>
                <a:lnTo>
                  <a:pt x="72390" y="34290"/>
                </a:lnTo>
                <a:lnTo>
                  <a:pt x="723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bg object 167"/>
          <p:cNvSpPr/>
          <p:nvPr/>
        </p:nvSpPr>
        <p:spPr>
          <a:xfrm>
            <a:off x="51435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bg object 168"/>
          <p:cNvSpPr/>
          <p:nvPr/>
        </p:nvSpPr>
        <p:spPr>
          <a:xfrm>
            <a:off x="54990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FC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bg object 169"/>
          <p:cNvSpPr/>
          <p:nvPr/>
        </p:nvSpPr>
        <p:spPr>
          <a:xfrm>
            <a:off x="58674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BFB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bg object 170"/>
          <p:cNvSpPr/>
          <p:nvPr/>
        </p:nvSpPr>
        <p:spPr>
          <a:xfrm>
            <a:off x="62230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FA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bg object 171"/>
          <p:cNvSpPr/>
          <p:nvPr/>
        </p:nvSpPr>
        <p:spPr>
          <a:xfrm>
            <a:off x="65913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bg object 172"/>
          <p:cNvSpPr/>
          <p:nvPr/>
        </p:nvSpPr>
        <p:spPr>
          <a:xfrm>
            <a:off x="69469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bg object 173"/>
          <p:cNvSpPr/>
          <p:nvPr/>
        </p:nvSpPr>
        <p:spPr>
          <a:xfrm>
            <a:off x="73151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bg object 174"/>
          <p:cNvSpPr/>
          <p:nvPr/>
        </p:nvSpPr>
        <p:spPr>
          <a:xfrm>
            <a:off x="76835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bg object 175"/>
          <p:cNvSpPr/>
          <p:nvPr/>
        </p:nvSpPr>
        <p:spPr>
          <a:xfrm>
            <a:off x="80390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bg object 176"/>
          <p:cNvSpPr/>
          <p:nvPr/>
        </p:nvSpPr>
        <p:spPr>
          <a:xfrm>
            <a:off x="84074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bg object 177"/>
          <p:cNvSpPr/>
          <p:nvPr/>
        </p:nvSpPr>
        <p:spPr>
          <a:xfrm>
            <a:off x="87630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bg object 178"/>
          <p:cNvSpPr/>
          <p:nvPr/>
        </p:nvSpPr>
        <p:spPr>
          <a:xfrm>
            <a:off x="91313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bg object 179"/>
          <p:cNvSpPr/>
          <p:nvPr/>
        </p:nvSpPr>
        <p:spPr>
          <a:xfrm>
            <a:off x="94868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bg object 180"/>
          <p:cNvSpPr/>
          <p:nvPr/>
        </p:nvSpPr>
        <p:spPr>
          <a:xfrm>
            <a:off x="98551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bg object 181"/>
          <p:cNvSpPr/>
          <p:nvPr/>
        </p:nvSpPr>
        <p:spPr>
          <a:xfrm>
            <a:off x="102108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bg object 182"/>
          <p:cNvSpPr/>
          <p:nvPr/>
        </p:nvSpPr>
        <p:spPr>
          <a:xfrm>
            <a:off x="105791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bg object 183"/>
          <p:cNvSpPr/>
          <p:nvPr/>
        </p:nvSpPr>
        <p:spPr>
          <a:xfrm>
            <a:off x="109346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bg object 184"/>
          <p:cNvSpPr/>
          <p:nvPr/>
        </p:nvSpPr>
        <p:spPr>
          <a:xfrm>
            <a:off x="113030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bg object 185"/>
          <p:cNvSpPr/>
          <p:nvPr/>
        </p:nvSpPr>
        <p:spPr>
          <a:xfrm>
            <a:off x="116586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bg object 186"/>
          <p:cNvSpPr/>
          <p:nvPr/>
        </p:nvSpPr>
        <p:spPr>
          <a:xfrm>
            <a:off x="120268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bg object 187"/>
          <p:cNvSpPr/>
          <p:nvPr/>
        </p:nvSpPr>
        <p:spPr>
          <a:xfrm>
            <a:off x="123951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bg object 188"/>
          <p:cNvSpPr/>
          <p:nvPr/>
        </p:nvSpPr>
        <p:spPr>
          <a:xfrm>
            <a:off x="127508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8E8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bg object 189"/>
          <p:cNvSpPr/>
          <p:nvPr/>
        </p:nvSpPr>
        <p:spPr>
          <a:xfrm>
            <a:off x="131191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bg object 190"/>
          <p:cNvSpPr/>
          <p:nvPr/>
        </p:nvSpPr>
        <p:spPr>
          <a:xfrm>
            <a:off x="134746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bg object 191"/>
          <p:cNvSpPr/>
          <p:nvPr/>
        </p:nvSpPr>
        <p:spPr>
          <a:xfrm>
            <a:off x="138430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bg object 192"/>
          <p:cNvSpPr/>
          <p:nvPr/>
        </p:nvSpPr>
        <p:spPr>
          <a:xfrm>
            <a:off x="141986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E4E4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bg object 193"/>
          <p:cNvSpPr/>
          <p:nvPr/>
        </p:nvSpPr>
        <p:spPr>
          <a:xfrm>
            <a:off x="145668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3E3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bg object 194"/>
          <p:cNvSpPr/>
          <p:nvPr/>
        </p:nvSpPr>
        <p:spPr>
          <a:xfrm>
            <a:off x="149351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bg object 195"/>
          <p:cNvSpPr/>
          <p:nvPr/>
        </p:nvSpPr>
        <p:spPr>
          <a:xfrm>
            <a:off x="152908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E1E1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bg object 196"/>
          <p:cNvSpPr/>
          <p:nvPr/>
        </p:nvSpPr>
        <p:spPr>
          <a:xfrm>
            <a:off x="156591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bg object 197"/>
          <p:cNvSpPr/>
          <p:nvPr/>
        </p:nvSpPr>
        <p:spPr>
          <a:xfrm>
            <a:off x="160146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bg object 198"/>
          <p:cNvSpPr/>
          <p:nvPr/>
        </p:nvSpPr>
        <p:spPr>
          <a:xfrm>
            <a:off x="163703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bg object 199"/>
          <p:cNvSpPr/>
          <p:nvPr/>
        </p:nvSpPr>
        <p:spPr>
          <a:xfrm>
            <a:off x="167386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bg object 200"/>
          <p:cNvSpPr/>
          <p:nvPr/>
        </p:nvSpPr>
        <p:spPr>
          <a:xfrm>
            <a:off x="171068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CDC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bg object 201"/>
          <p:cNvSpPr/>
          <p:nvPr/>
        </p:nvSpPr>
        <p:spPr>
          <a:xfrm>
            <a:off x="174625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BDB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bg object 202"/>
          <p:cNvSpPr/>
          <p:nvPr/>
        </p:nvSpPr>
        <p:spPr>
          <a:xfrm>
            <a:off x="178307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bg object 203"/>
          <p:cNvSpPr/>
          <p:nvPr/>
        </p:nvSpPr>
        <p:spPr>
          <a:xfrm>
            <a:off x="181863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bg object 204"/>
          <p:cNvSpPr/>
          <p:nvPr/>
        </p:nvSpPr>
        <p:spPr>
          <a:xfrm>
            <a:off x="185547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bg object 205"/>
          <p:cNvSpPr/>
          <p:nvPr/>
        </p:nvSpPr>
        <p:spPr>
          <a:xfrm>
            <a:off x="189102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7D7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bg object 206"/>
          <p:cNvSpPr/>
          <p:nvPr/>
        </p:nvSpPr>
        <p:spPr>
          <a:xfrm>
            <a:off x="192786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bg object 207"/>
          <p:cNvSpPr/>
          <p:nvPr/>
        </p:nvSpPr>
        <p:spPr>
          <a:xfrm>
            <a:off x="196468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bg object 208"/>
          <p:cNvSpPr/>
          <p:nvPr/>
        </p:nvSpPr>
        <p:spPr>
          <a:xfrm>
            <a:off x="200025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bg object 209"/>
          <p:cNvSpPr/>
          <p:nvPr/>
        </p:nvSpPr>
        <p:spPr>
          <a:xfrm>
            <a:off x="203707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D3D3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bg object 210"/>
          <p:cNvSpPr/>
          <p:nvPr/>
        </p:nvSpPr>
        <p:spPr>
          <a:xfrm>
            <a:off x="207263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2D2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bg object 211"/>
          <p:cNvSpPr/>
          <p:nvPr/>
        </p:nvSpPr>
        <p:spPr>
          <a:xfrm>
            <a:off x="210947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D1D1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bg object 212"/>
          <p:cNvSpPr/>
          <p:nvPr/>
        </p:nvSpPr>
        <p:spPr>
          <a:xfrm>
            <a:off x="214502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bg object 213"/>
          <p:cNvSpPr/>
          <p:nvPr/>
        </p:nvSpPr>
        <p:spPr>
          <a:xfrm>
            <a:off x="218186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bg object 214"/>
          <p:cNvSpPr/>
          <p:nvPr/>
        </p:nvSpPr>
        <p:spPr>
          <a:xfrm>
            <a:off x="221742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ECE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bg object 215"/>
          <p:cNvSpPr/>
          <p:nvPr/>
        </p:nvSpPr>
        <p:spPr>
          <a:xfrm>
            <a:off x="225425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bg object 216"/>
          <p:cNvSpPr/>
          <p:nvPr/>
        </p:nvSpPr>
        <p:spPr>
          <a:xfrm>
            <a:off x="2289810" y="1779269"/>
            <a:ext cx="72390" cy="34290"/>
          </a:xfrm>
          <a:custGeom>
            <a:avLst/>
            <a:gdLst/>
            <a:ahLst/>
            <a:cxnLst/>
            <a:rect l="l" t="t" r="r" b="b"/>
            <a:pathLst>
              <a:path w="72389" h="34289">
                <a:moveTo>
                  <a:pt x="72390" y="0"/>
                </a:moveTo>
                <a:lnTo>
                  <a:pt x="36830" y="0"/>
                </a:lnTo>
                <a:lnTo>
                  <a:pt x="0" y="0"/>
                </a:lnTo>
                <a:lnTo>
                  <a:pt x="0" y="34290"/>
                </a:lnTo>
                <a:lnTo>
                  <a:pt x="36830" y="34290"/>
                </a:lnTo>
                <a:lnTo>
                  <a:pt x="72390" y="34290"/>
                </a:lnTo>
                <a:lnTo>
                  <a:pt x="7239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bg object 217"/>
          <p:cNvSpPr/>
          <p:nvPr/>
        </p:nvSpPr>
        <p:spPr>
          <a:xfrm>
            <a:off x="236220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ACAC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bg object 218"/>
          <p:cNvSpPr/>
          <p:nvPr/>
        </p:nvSpPr>
        <p:spPr>
          <a:xfrm>
            <a:off x="2399029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9C9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bg object 219"/>
          <p:cNvSpPr/>
          <p:nvPr/>
        </p:nvSpPr>
        <p:spPr>
          <a:xfrm>
            <a:off x="243586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C8C8C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bg object 220"/>
          <p:cNvSpPr/>
          <p:nvPr/>
        </p:nvSpPr>
        <p:spPr>
          <a:xfrm>
            <a:off x="247142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7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bg object 221"/>
          <p:cNvSpPr/>
          <p:nvPr/>
        </p:nvSpPr>
        <p:spPr>
          <a:xfrm>
            <a:off x="2508250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bg object 222"/>
          <p:cNvSpPr/>
          <p:nvPr/>
        </p:nvSpPr>
        <p:spPr>
          <a:xfrm>
            <a:off x="254381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C5C5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bg object 223"/>
          <p:cNvSpPr/>
          <p:nvPr/>
        </p:nvSpPr>
        <p:spPr>
          <a:xfrm>
            <a:off x="2580639" y="1779269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C4C4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bg object 224"/>
          <p:cNvSpPr/>
          <p:nvPr/>
        </p:nvSpPr>
        <p:spPr>
          <a:xfrm>
            <a:off x="2616200" y="1779269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bg object 225"/>
          <p:cNvSpPr/>
          <p:nvPr/>
        </p:nvSpPr>
        <p:spPr>
          <a:xfrm>
            <a:off x="961390" y="1098549"/>
            <a:ext cx="6350" cy="474980"/>
          </a:xfrm>
          <a:custGeom>
            <a:avLst/>
            <a:gdLst/>
            <a:ahLst/>
            <a:cxnLst/>
            <a:rect l="l" t="t" r="r" b="b"/>
            <a:pathLst>
              <a:path w="6350" h="474980">
                <a:moveTo>
                  <a:pt x="6350" y="0"/>
                </a:moveTo>
                <a:lnTo>
                  <a:pt x="0" y="0"/>
                </a:lnTo>
                <a:lnTo>
                  <a:pt x="0" y="422910"/>
                </a:lnTo>
                <a:lnTo>
                  <a:pt x="0" y="474980"/>
                </a:lnTo>
                <a:lnTo>
                  <a:pt x="6350" y="474980"/>
                </a:lnTo>
                <a:lnTo>
                  <a:pt x="6350" y="422910"/>
                </a:lnTo>
                <a:lnTo>
                  <a:pt x="6350" y="0"/>
                </a:lnTo>
                <a:close/>
              </a:path>
            </a:pathLst>
          </a:custGeom>
          <a:solidFill>
            <a:srgbClr val="FFE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bg object 226"/>
          <p:cNvSpPr/>
          <p:nvPr/>
        </p:nvSpPr>
        <p:spPr>
          <a:xfrm>
            <a:off x="541019" y="1521460"/>
            <a:ext cx="422909" cy="473709"/>
          </a:xfrm>
          <a:custGeom>
            <a:avLst/>
            <a:gdLst/>
            <a:ahLst/>
            <a:cxnLst/>
            <a:rect l="l" t="t" r="r" b="b"/>
            <a:pathLst>
              <a:path w="422909" h="473710">
                <a:moveTo>
                  <a:pt x="422910" y="0"/>
                </a:moveTo>
                <a:lnTo>
                  <a:pt x="0" y="0"/>
                </a:lnTo>
                <a:lnTo>
                  <a:pt x="0" y="473710"/>
                </a:lnTo>
                <a:lnTo>
                  <a:pt x="422910" y="47371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bg object 227"/>
          <p:cNvSpPr/>
          <p:nvPr/>
        </p:nvSpPr>
        <p:spPr>
          <a:xfrm>
            <a:off x="26530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bg object 228"/>
          <p:cNvSpPr/>
          <p:nvPr/>
        </p:nvSpPr>
        <p:spPr>
          <a:xfrm>
            <a:off x="26885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C1C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bg object 229"/>
          <p:cNvSpPr/>
          <p:nvPr/>
        </p:nvSpPr>
        <p:spPr>
          <a:xfrm>
            <a:off x="272541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bg object 230"/>
          <p:cNvSpPr/>
          <p:nvPr/>
        </p:nvSpPr>
        <p:spPr>
          <a:xfrm>
            <a:off x="27609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bg object 231"/>
          <p:cNvSpPr/>
          <p:nvPr/>
        </p:nvSpPr>
        <p:spPr>
          <a:xfrm>
            <a:off x="279780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bg object 232"/>
          <p:cNvSpPr/>
          <p:nvPr/>
        </p:nvSpPr>
        <p:spPr>
          <a:xfrm>
            <a:off x="283336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BDBD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bg object 233"/>
          <p:cNvSpPr/>
          <p:nvPr/>
        </p:nvSpPr>
        <p:spPr>
          <a:xfrm>
            <a:off x="287019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BCB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bg object 234"/>
          <p:cNvSpPr/>
          <p:nvPr/>
        </p:nvSpPr>
        <p:spPr>
          <a:xfrm>
            <a:off x="290575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bg object 235"/>
          <p:cNvSpPr/>
          <p:nvPr/>
        </p:nvSpPr>
        <p:spPr>
          <a:xfrm>
            <a:off x="294258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BABA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bg object 236"/>
          <p:cNvSpPr/>
          <p:nvPr/>
        </p:nvSpPr>
        <p:spPr>
          <a:xfrm>
            <a:off x="297814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B9B9B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bg object 237"/>
          <p:cNvSpPr/>
          <p:nvPr/>
        </p:nvSpPr>
        <p:spPr>
          <a:xfrm>
            <a:off x="301497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B8B8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bg object 238"/>
          <p:cNvSpPr/>
          <p:nvPr/>
        </p:nvSpPr>
        <p:spPr>
          <a:xfrm>
            <a:off x="30505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B7B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bg object 239"/>
          <p:cNvSpPr/>
          <p:nvPr/>
        </p:nvSpPr>
        <p:spPr>
          <a:xfrm>
            <a:off x="308736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B6B6B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bg object 240"/>
          <p:cNvSpPr/>
          <p:nvPr/>
        </p:nvSpPr>
        <p:spPr>
          <a:xfrm>
            <a:off x="312419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B5B5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bg object 241"/>
          <p:cNvSpPr/>
          <p:nvPr/>
        </p:nvSpPr>
        <p:spPr>
          <a:xfrm>
            <a:off x="315975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30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B4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bg object 242"/>
          <p:cNvSpPr/>
          <p:nvPr/>
        </p:nvSpPr>
        <p:spPr>
          <a:xfrm>
            <a:off x="319658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B3B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bg object 243"/>
          <p:cNvSpPr/>
          <p:nvPr/>
        </p:nvSpPr>
        <p:spPr>
          <a:xfrm>
            <a:off x="323214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bg object 244"/>
          <p:cNvSpPr/>
          <p:nvPr/>
        </p:nvSpPr>
        <p:spPr>
          <a:xfrm>
            <a:off x="326897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bg object 245"/>
          <p:cNvSpPr/>
          <p:nvPr/>
        </p:nvSpPr>
        <p:spPr>
          <a:xfrm>
            <a:off x="33045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B0B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bg object 246"/>
          <p:cNvSpPr/>
          <p:nvPr/>
        </p:nvSpPr>
        <p:spPr>
          <a:xfrm>
            <a:off x="334136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bg object 247"/>
          <p:cNvSpPr/>
          <p:nvPr/>
        </p:nvSpPr>
        <p:spPr>
          <a:xfrm>
            <a:off x="337692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AEAEA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bg object 248"/>
          <p:cNvSpPr/>
          <p:nvPr/>
        </p:nvSpPr>
        <p:spPr>
          <a:xfrm>
            <a:off x="341375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ADAD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bg object 249"/>
          <p:cNvSpPr/>
          <p:nvPr/>
        </p:nvSpPr>
        <p:spPr>
          <a:xfrm>
            <a:off x="344931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bg object 250"/>
          <p:cNvSpPr/>
          <p:nvPr/>
        </p:nvSpPr>
        <p:spPr>
          <a:xfrm>
            <a:off x="348614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ABAB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bg object 251"/>
          <p:cNvSpPr/>
          <p:nvPr/>
        </p:nvSpPr>
        <p:spPr>
          <a:xfrm>
            <a:off x="35217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bg object 252"/>
          <p:cNvSpPr/>
          <p:nvPr/>
        </p:nvSpPr>
        <p:spPr>
          <a:xfrm>
            <a:off x="35585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A9A9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bg object 253"/>
          <p:cNvSpPr/>
          <p:nvPr/>
        </p:nvSpPr>
        <p:spPr>
          <a:xfrm>
            <a:off x="359536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A8A8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bg object 254"/>
          <p:cNvSpPr/>
          <p:nvPr/>
        </p:nvSpPr>
        <p:spPr>
          <a:xfrm>
            <a:off x="363092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A7A7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bg object 255"/>
          <p:cNvSpPr/>
          <p:nvPr/>
        </p:nvSpPr>
        <p:spPr>
          <a:xfrm>
            <a:off x="366775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bg object 256"/>
          <p:cNvSpPr/>
          <p:nvPr/>
        </p:nvSpPr>
        <p:spPr>
          <a:xfrm>
            <a:off x="370331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bg object 257"/>
          <p:cNvSpPr/>
          <p:nvPr/>
        </p:nvSpPr>
        <p:spPr>
          <a:xfrm>
            <a:off x="374014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bg object 258"/>
          <p:cNvSpPr/>
          <p:nvPr/>
        </p:nvSpPr>
        <p:spPr>
          <a:xfrm>
            <a:off x="37757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A3A3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bg object 259"/>
          <p:cNvSpPr/>
          <p:nvPr/>
        </p:nvSpPr>
        <p:spPr>
          <a:xfrm>
            <a:off x="38125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A2A2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bg object 260"/>
          <p:cNvSpPr/>
          <p:nvPr/>
        </p:nvSpPr>
        <p:spPr>
          <a:xfrm>
            <a:off x="384936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A1A1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bg object 261"/>
          <p:cNvSpPr/>
          <p:nvPr/>
        </p:nvSpPr>
        <p:spPr>
          <a:xfrm>
            <a:off x="38849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A0A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bg object 262"/>
          <p:cNvSpPr/>
          <p:nvPr/>
        </p:nvSpPr>
        <p:spPr>
          <a:xfrm>
            <a:off x="39204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bg object 263"/>
          <p:cNvSpPr/>
          <p:nvPr/>
        </p:nvSpPr>
        <p:spPr>
          <a:xfrm>
            <a:off x="395731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9E9E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bg object 264"/>
          <p:cNvSpPr/>
          <p:nvPr/>
        </p:nvSpPr>
        <p:spPr>
          <a:xfrm>
            <a:off x="39928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9D9D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bg object 265"/>
          <p:cNvSpPr/>
          <p:nvPr/>
        </p:nvSpPr>
        <p:spPr>
          <a:xfrm>
            <a:off x="40297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9C9C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bg object 266"/>
          <p:cNvSpPr/>
          <p:nvPr/>
        </p:nvSpPr>
        <p:spPr>
          <a:xfrm>
            <a:off x="406653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9B9B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bg object 267"/>
          <p:cNvSpPr/>
          <p:nvPr/>
        </p:nvSpPr>
        <p:spPr>
          <a:xfrm>
            <a:off x="410209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9A9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bg object 268"/>
          <p:cNvSpPr/>
          <p:nvPr/>
        </p:nvSpPr>
        <p:spPr>
          <a:xfrm>
            <a:off x="41389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bg object 269"/>
          <p:cNvSpPr/>
          <p:nvPr/>
        </p:nvSpPr>
        <p:spPr>
          <a:xfrm>
            <a:off x="41744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98989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bg object 270"/>
          <p:cNvSpPr/>
          <p:nvPr/>
        </p:nvSpPr>
        <p:spPr>
          <a:xfrm>
            <a:off x="421131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9797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bg object 271"/>
          <p:cNvSpPr/>
          <p:nvPr/>
        </p:nvSpPr>
        <p:spPr>
          <a:xfrm>
            <a:off x="42468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9696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bg object 272"/>
          <p:cNvSpPr/>
          <p:nvPr/>
        </p:nvSpPr>
        <p:spPr>
          <a:xfrm>
            <a:off x="42837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bg object 273"/>
          <p:cNvSpPr/>
          <p:nvPr/>
        </p:nvSpPr>
        <p:spPr>
          <a:xfrm>
            <a:off x="432053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94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bg object 274"/>
          <p:cNvSpPr/>
          <p:nvPr/>
        </p:nvSpPr>
        <p:spPr>
          <a:xfrm>
            <a:off x="435610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9393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bg object 275"/>
          <p:cNvSpPr/>
          <p:nvPr/>
        </p:nvSpPr>
        <p:spPr>
          <a:xfrm>
            <a:off x="43929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9292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bg object 276"/>
          <p:cNvSpPr/>
          <p:nvPr/>
        </p:nvSpPr>
        <p:spPr>
          <a:xfrm>
            <a:off x="44284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9191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bg object 277"/>
          <p:cNvSpPr/>
          <p:nvPr/>
        </p:nvSpPr>
        <p:spPr>
          <a:xfrm>
            <a:off x="446531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909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bg object 278"/>
          <p:cNvSpPr/>
          <p:nvPr/>
        </p:nvSpPr>
        <p:spPr>
          <a:xfrm>
            <a:off x="45008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bg object 279"/>
          <p:cNvSpPr/>
          <p:nvPr/>
        </p:nvSpPr>
        <p:spPr>
          <a:xfrm>
            <a:off x="453770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8E8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bg object 280"/>
          <p:cNvSpPr/>
          <p:nvPr/>
        </p:nvSpPr>
        <p:spPr>
          <a:xfrm>
            <a:off x="457326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8D8D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bg object 281"/>
          <p:cNvSpPr/>
          <p:nvPr/>
        </p:nvSpPr>
        <p:spPr>
          <a:xfrm>
            <a:off x="461010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8C8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bg object 282"/>
          <p:cNvSpPr/>
          <p:nvPr/>
        </p:nvSpPr>
        <p:spPr>
          <a:xfrm>
            <a:off x="464565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8B8B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bg object 283"/>
          <p:cNvSpPr/>
          <p:nvPr/>
        </p:nvSpPr>
        <p:spPr>
          <a:xfrm>
            <a:off x="468248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8A8A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bg object 284"/>
          <p:cNvSpPr/>
          <p:nvPr/>
        </p:nvSpPr>
        <p:spPr>
          <a:xfrm>
            <a:off x="471805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89898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bg object 285"/>
          <p:cNvSpPr/>
          <p:nvPr/>
        </p:nvSpPr>
        <p:spPr>
          <a:xfrm>
            <a:off x="475487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8888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bg object 286"/>
          <p:cNvSpPr/>
          <p:nvPr/>
        </p:nvSpPr>
        <p:spPr>
          <a:xfrm>
            <a:off x="47904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87878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bg object 287"/>
          <p:cNvSpPr/>
          <p:nvPr/>
        </p:nvSpPr>
        <p:spPr>
          <a:xfrm>
            <a:off x="482726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86868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bg object 288"/>
          <p:cNvSpPr/>
          <p:nvPr/>
        </p:nvSpPr>
        <p:spPr>
          <a:xfrm>
            <a:off x="486410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85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bg object 289"/>
          <p:cNvSpPr/>
          <p:nvPr/>
        </p:nvSpPr>
        <p:spPr>
          <a:xfrm>
            <a:off x="489965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8484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bg object 290"/>
          <p:cNvSpPr/>
          <p:nvPr/>
        </p:nvSpPr>
        <p:spPr>
          <a:xfrm>
            <a:off x="493648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8383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bg object 291"/>
          <p:cNvSpPr/>
          <p:nvPr/>
        </p:nvSpPr>
        <p:spPr>
          <a:xfrm>
            <a:off x="497205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8282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bg object 292"/>
          <p:cNvSpPr/>
          <p:nvPr/>
        </p:nvSpPr>
        <p:spPr>
          <a:xfrm>
            <a:off x="500887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8181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bg object 293"/>
          <p:cNvSpPr/>
          <p:nvPr/>
        </p:nvSpPr>
        <p:spPr>
          <a:xfrm>
            <a:off x="50444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bg object 294"/>
          <p:cNvSpPr/>
          <p:nvPr/>
        </p:nvSpPr>
        <p:spPr>
          <a:xfrm>
            <a:off x="508126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bg object 295"/>
          <p:cNvSpPr/>
          <p:nvPr/>
        </p:nvSpPr>
        <p:spPr>
          <a:xfrm>
            <a:off x="511682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bg object 296"/>
          <p:cNvSpPr/>
          <p:nvPr/>
        </p:nvSpPr>
        <p:spPr>
          <a:xfrm>
            <a:off x="515365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bg object 297"/>
          <p:cNvSpPr/>
          <p:nvPr/>
        </p:nvSpPr>
        <p:spPr>
          <a:xfrm>
            <a:off x="518921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7C7C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bg object 298"/>
          <p:cNvSpPr/>
          <p:nvPr/>
        </p:nvSpPr>
        <p:spPr>
          <a:xfrm>
            <a:off x="522605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7B7B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bg object 299"/>
          <p:cNvSpPr/>
          <p:nvPr/>
        </p:nvSpPr>
        <p:spPr>
          <a:xfrm>
            <a:off x="52616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7A7A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bg object 300"/>
          <p:cNvSpPr/>
          <p:nvPr/>
        </p:nvSpPr>
        <p:spPr>
          <a:xfrm>
            <a:off x="52984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797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bg object 301"/>
          <p:cNvSpPr/>
          <p:nvPr/>
        </p:nvSpPr>
        <p:spPr>
          <a:xfrm>
            <a:off x="533526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7878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bg object 302"/>
          <p:cNvSpPr/>
          <p:nvPr/>
        </p:nvSpPr>
        <p:spPr>
          <a:xfrm>
            <a:off x="537082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7777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bg object 303"/>
          <p:cNvSpPr/>
          <p:nvPr/>
        </p:nvSpPr>
        <p:spPr>
          <a:xfrm>
            <a:off x="540765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7676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bg object 304"/>
          <p:cNvSpPr/>
          <p:nvPr/>
        </p:nvSpPr>
        <p:spPr>
          <a:xfrm>
            <a:off x="544321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bg object 305"/>
          <p:cNvSpPr/>
          <p:nvPr/>
        </p:nvSpPr>
        <p:spPr>
          <a:xfrm>
            <a:off x="548005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74747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bg object 306"/>
          <p:cNvSpPr/>
          <p:nvPr/>
        </p:nvSpPr>
        <p:spPr>
          <a:xfrm>
            <a:off x="55156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73737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bg object 307"/>
          <p:cNvSpPr/>
          <p:nvPr/>
        </p:nvSpPr>
        <p:spPr>
          <a:xfrm>
            <a:off x="55524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bg object 308"/>
          <p:cNvSpPr/>
          <p:nvPr/>
        </p:nvSpPr>
        <p:spPr>
          <a:xfrm>
            <a:off x="558926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71717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bg object 309"/>
          <p:cNvSpPr/>
          <p:nvPr/>
        </p:nvSpPr>
        <p:spPr>
          <a:xfrm>
            <a:off x="56248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70707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bg object 310"/>
          <p:cNvSpPr/>
          <p:nvPr/>
        </p:nvSpPr>
        <p:spPr>
          <a:xfrm>
            <a:off x="56603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bg object 311"/>
          <p:cNvSpPr/>
          <p:nvPr/>
        </p:nvSpPr>
        <p:spPr>
          <a:xfrm>
            <a:off x="569721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6E6E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bg object 312"/>
          <p:cNvSpPr/>
          <p:nvPr/>
        </p:nvSpPr>
        <p:spPr>
          <a:xfrm>
            <a:off x="57327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6D6D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bg object 313"/>
          <p:cNvSpPr/>
          <p:nvPr/>
        </p:nvSpPr>
        <p:spPr>
          <a:xfrm>
            <a:off x="57696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6C6C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bg object 314"/>
          <p:cNvSpPr/>
          <p:nvPr/>
        </p:nvSpPr>
        <p:spPr>
          <a:xfrm>
            <a:off x="580643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6B6B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bg object 315"/>
          <p:cNvSpPr/>
          <p:nvPr/>
        </p:nvSpPr>
        <p:spPr>
          <a:xfrm>
            <a:off x="584200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6A6A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bg object 316"/>
          <p:cNvSpPr/>
          <p:nvPr/>
        </p:nvSpPr>
        <p:spPr>
          <a:xfrm>
            <a:off x="58788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6969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bg object 317"/>
          <p:cNvSpPr/>
          <p:nvPr/>
        </p:nvSpPr>
        <p:spPr>
          <a:xfrm>
            <a:off x="59143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6868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bg object 318"/>
          <p:cNvSpPr/>
          <p:nvPr/>
        </p:nvSpPr>
        <p:spPr>
          <a:xfrm>
            <a:off x="595122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6767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bg object 319"/>
          <p:cNvSpPr/>
          <p:nvPr/>
        </p:nvSpPr>
        <p:spPr>
          <a:xfrm>
            <a:off x="5986780" y="1779269"/>
            <a:ext cx="73660" cy="34290"/>
          </a:xfrm>
          <a:custGeom>
            <a:avLst/>
            <a:gdLst/>
            <a:ahLst/>
            <a:cxnLst/>
            <a:rect l="l" t="t" r="r" b="b"/>
            <a:pathLst>
              <a:path w="73660" h="34289">
                <a:moveTo>
                  <a:pt x="73660" y="0"/>
                </a:moveTo>
                <a:lnTo>
                  <a:pt x="36830" y="0"/>
                </a:lnTo>
                <a:lnTo>
                  <a:pt x="0" y="0"/>
                </a:lnTo>
                <a:lnTo>
                  <a:pt x="0" y="34290"/>
                </a:lnTo>
                <a:lnTo>
                  <a:pt x="36830" y="34290"/>
                </a:lnTo>
                <a:lnTo>
                  <a:pt x="73660" y="34290"/>
                </a:lnTo>
                <a:lnTo>
                  <a:pt x="73660" y="0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bg object 320"/>
          <p:cNvSpPr/>
          <p:nvPr/>
        </p:nvSpPr>
        <p:spPr>
          <a:xfrm>
            <a:off x="606043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6464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bg object 321"/>
          <p:cNvSpPr/>
          <p:nvPr/>
        </p:nvSpPr>
        <p:spPr>
          <a:xfrm>
            <a:off x="609600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bg object 322"/>
          <p:cNvSpPr/>
          <p:nvPr/>
        </p:nvSpPr>
        <p:spPr>
          <a:xfrm>
            <a:off x="61328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6262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bg object 323"/>
          <p:cNvSpPr/>
          <p:nvPr/>
        </p:nvSpPr>
        <p:spPr>
          <a:xfrm>
            <a:off x="61683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616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bg object 324"/>
          <p:cNvSpPr/>
          <p:nvPr/>
        </p:nvSpPr>
        <p:spPr>
          <a:xfrm>
            <a:off x="620522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6060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bg object 325"/>
          <p:cNvSpPr/>
          <p:nvPr/>
        </p:nvSpPr>
        <p:spPr>
          <a:xfrm>
            <a:off x="62407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bg object 326"/>
          <p:cNvSpPr/>
          <p:nvPr/>
        </p:nvSpPr>
        <p:spPr>
          <a:xfrm>
            <a:off x="627760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bg object 327"/>
          <p:cNvSpPr/>
          <p:nvPr/>
        </p:nvSpPr>
        <p:spPr>
          <a:xfrm>
            <a:off x="631317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5D5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bg object 328"/>
          <p:cNvSpPr/>
          <p:nvPr/>
        </p:nvSpPr>
        <p:spPr>
          <a:xfrm>
            <a:off x="635000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5C5C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bg object 329"/>
          <p:cNvSpPr/>
          <p:nvPr/>
        </p:nvSpPr>
        <p:spPr>
          <a:xfrm>
            <a:off x="638555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5B5B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bg object 330"/>
          <p:cNvSpPr/>
          <p:nvPr/>
        </p:nvSpPr>
        <p:spPr>
          <a:xfrm>
            <a:off x="642238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60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5A5A5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bg object 331"/>
          <p:cNvSpPr/>
          <p:nvPr/>
        </p:nvSpPr>
        <p:spPr>
          <a:xfrm>
            <a:off x="645795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bg object 332"/>
          <p:cNvSpPr/>
          <p:nvPr/>
        </p:nvSpPr>
        <p:spPr>
          <a:xfrm>
            <a:off x="64947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bg object 333"/>
          <p:cNvSpPr/>
          <p:nvPr/>
        </p:nvSpPr>
        <p:spPr>
          <a:xfrm>
            <a:off x="653160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bg object 334"/>
          <p:cNvSpPr/>
          <p:nvPr/>
        </p:nvSpPr>
        <p:spPr>
          <a:xfrm>
            <a:off x="656717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5656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bg object 335"/>
          <p:cNvSpPr/>
          <p:nvPr/>
        </p:nvSpPr>
        <p:spPr>
          <a:xfrm>
            <a:off x="660400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5555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bg object 336"/>
          <p:cNvSpPr/>
          <p:nvPr/>
        </p:nvSpPr>
        <p:spPr>
          <a:xfrm>
            <a:off x="663955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54545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bg object 337"/>
          <p:cNvSpPr/>
          <p:nvPr/>
        </p:nvSpPr>
        <p:spPr>
          <a:xfrm>
            <a:off x="667638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5353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bg object 338"/>
          <p:cNvSpPr/>
          <p:nvPr/>
        </p:nvSpPr>
        <p:spPr>
          <a:xfrm>
            <a:off x="671195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5252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bg object 339"/>
          <p:cNvSpPr/>
          <p:nvPr/>
        </p:nvSpPr>
        <p:spPr>
          <a:xfrm>
            <a:off x="674877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5151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bg object 340"/>
          <p:cNvSpPr/>
          <p:nvPr/>
        </p:nvSpPr>
        <p:spPr>
          <a:xfrm>
            <a:off x="67843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505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bg object 341"/>
          <p:cNvSpPr/>
          <p:nvPr/>
        </p:nvSpPr>
        <p:spPr>
          <a:xfrm>
            <a:off x="682117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4F4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bg object 342"/>
          <p:cNvSpPr/>
          <p:nvPr/>
        </p:nvSpPr>
        <p:spPr>
          <a:xfrm>
            <a:off x="685672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4E4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bg object 343"/>
          <p:cNvSpPr/>
          <p:nvPr/>
        </p:nvSpPr>
        <p:spPr>
          <a:xfrm>
            <a:off x="689355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bg object 344"/>
          <p:cNvSpPr/>
          <p:nvPr/>
        </p:nvSpPr>
        <p:spPr>
          <a:xfrm>
            <a:off x="692912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4C4C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bg object 345"/>
          <p:cNvSpPr/>
          <p:nvPr/>
        </p:nvSpPr>
        <p:spPr>
          <a:xfrm>
            <a:off x="696595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4B4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bg object 346"/>
          <p:cNvSpPr/>
          <p:nvPr/>
        </p:nvSpPr>
        <p:spPr>
          <a:xfrm>
            <a:off x="700277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bg object 347"/>
          <p:cNvSpPr/>
          <p:nvPr/>
        </p:nvSpPr>
        <p:spPr>
          <a:xfrm>
            <a:off x="70383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4949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bg object 348"/>
          <p:cNvSpPr/>
          <p:nvPr/>
        </p:nvSpPr>
        <p:spPr>
          <a:xfrm>
            <a:off x="707517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48484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bg object 349"/>
          <p:cNvSpPr/>
          <p:nvPr/>
        </p:nvSpPr>
        <p:spPr>
          <a:xfrm>
            <a:off x="711072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4747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bg object 350"/>
          <p:cNvSpPr/>
          <p:nvPr/>
        </p:nvSpPr>
        <p:spPr>
          <a:xfrm>
            <a:off x="714755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bg object 351"/>
          <p:cNvSpPr/>
          <p:nvPr/>
        </p:nvSpPr>
        <p:spPr>
          <a:xfrm>
            <a:off x="718312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4545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bg object 352"/>
          <p:cNvSpPr/>
          <p:nvPr/>
        </p:nvSpPr>
        <p:spPr>
          <a:xfrm>
            <a:off x="721995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bg object 353"/>
          <p:cNvSpPr/>
          <p:nvPr/>
        </p:nvSpPr>
        <p:spPr>
          <a:xfrm>
            <a:off x="725677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bg object 354"/>
          <p:cNvSpPr/>
          <p:nvPr/>
        </p:nvSpPr>
        <p:spPr>
          <a:xfrm>
            <a:off x="729233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42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bg object 355"/>
          <p:cNvSpPr/>
          <p:nvPr/>
        </p:nvSpPr>
        <p:spPr>
          <a:xfrm>
            <a:off x="732790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4141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bg object 356"/>
          <p:cNvSpPr/>
          <p:nvPr/>
        </p:nvSpPr>
        <p:spPr>
          <a:xfrm>
            <a:off x="73647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bg object 357"/>
          <p:cNvSpPr/>
          <p:nvPr/>
        </p:nvSpPr>
        <p:spPr>
          <a:xfrm>
            <a:off x="74002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3F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bg object 358"/>
          <p:cNvSpPr/>
          <p:nvPr/>
        </p:nvSpPr>
        <p:spPr>
          <a:xfrm>
            <a:off x="743712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bg object 359"/>
          <p:cNvSpPr/>
          <p:nvPr/>
        </p:nvSpPr>
        <p:spPr>
          <a:xfrm>
            <a:off x="747395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3D3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bg object 360"/>
          <p:cNvSpPr/>
          <p:nvPr/>
        </p:nvSpPr>
        <p:spPr>
          <a:xfrm>
            <a:off x="75095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bg object 361"/>
          <p:cNvSpPr/>
          <p:nvPr/>
        </p:nvSpPr>
        <p:spPr>
          <a:xfrm>
            <a:off x="754633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3B3B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bg object 362"/>
          <p:cNvSpPr/>
          <p:nvPr/>
        </p:nvSpPr>
        <p:spPr>
          <a:xfrm>
            <a:off x="758190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3A3A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bg object 363"/>
          <p:cNvSpPr/>
          <p:nvPr/>
        </p:nvSpPr>
        <p:spPr>
          <a:xfrm>
            <a:off x="761872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bg object 364"/>
          <p:cNvSpPr/>
          <p:nvPr/>
        </p:nvSpPr>
        <p:spPr>
          <a:xfrm>
            <a:off x="76542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bg object 365"/>
          <p:cNvSpPr/>
          <p:nvPr/>
        </p:nvSpPr>
        <p:spPr>
          <a:xfrm>
            <a:off x="769112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3737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bg object 366"/>
          <p:cNvSpPr/>
          <p:nvPr/>
        </p:nvSpPr>
        <p:spPr>
          <a:xfrm>
            <a:off x="772795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36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bg object 367"/>
          <p:cNvSpPr/>
          <p:nvPr/>
        </p:nvSpPr>
        <p:spPr>
          <a:xfrm>
            <a:off x="776350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3535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bg object 368"/>
          <p:cNvSpPr/>
          <p:nvPr/>
        </p:nvSpPr>
        <p:spPr>
          <a:xfrm>
            <a:off x="780033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34343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bg object 369"/>
          <p:cNvSpPr/>
          <p:nvPr/>
        </p:nvSpPr>
        <p:spPr>
          <a:xfrm>
            <a:off x="7835900" y="1779269"/>
            <a:ext cx="72390" cy="34290"/>
          </a:xfrm>
          <a:custGeom>
            <a:avLst/>
            <a:gdLst/>
            <a:ahLst/>
            <a:cxnLst/>
            <a:rect l="l" t="t" r="r" b="b"/>
            <a:pathLst>
              <a:path w="72390" h="34289">
                <a:moveTo>
                  <a:pt x="72390" y="0"/>
                </a:moveTo>
                <a:lnTo>
                  <a:pt x="36830" y="0"/>
                </a:lnTo>
                <a:lnTo>
                  <a:pt x="0" y="0"/>
                </a:lnTo>
                <a:lnTo>
                  <a:pt x="0" y="34290"/>
                </a:lnTo>
                <a:lnTo>
                  <a:pt x="36830" y="34290"/>
                </a:lnTo>
                <a:lnTo>
                  <a:pt x="72390" y="34290"/>
                </a:lnTo>
                <a:lnTo>
                  <a:pt x="7239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bg object 370"/>
          <p:cNvSpPr/>
          <p:nvPr/>
        </p:nvSpPr>
        <p:spPr>
          <a:xfrm>
            <a:off x="79082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31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bg object 371"/>
          <p:cNvSpPr/>
          <p:nvPr/>
        </p:nvSpPr>
        <p:spPr>
          <a:xfrm>
            <a:off x="794512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bg object 372"/>
          <p:cNvSpPr/>
          <p:nvPr/>
        </p:nvSpPr>
        <p:spPr>
          <a:xfrm>
            <a:off x="79806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2F2F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bg object 373"/>
          <p:cNvSpPr/>
          <p:nvPr/>
        </p:nvSpPr>
        <p:spPr>
          <a:xfrm>
            <a:off x="801750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2E2E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bg object 374"/>
          <p:cNvSpPr/>
          <p:nvPr/>
        </p:nvSpPr>
        <p:spPr>
          <a:xfrm>
            <a:off x="805307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2D2D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bg object 375"/>
          <p:cNvSpPr/>
          <p:nvPr/>
        </p:nvSpPr>
        <p:spPr>
          <a:xfrm>
            <a:off x="808990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bg object 376"/>
          <p:cNvSpPr/>
          <p:nvPr/>
        </p:nvSpPr>
        <p:spPr>
          <a:xfrm>
            <a:off x="812545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2B2B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bg object 377"/>
          <p:cNvSpPr/>
          <p:nvPr/>
        </p:nvSpPr>
        <p:spPr>
          <a:xfrm>
            <a:off x="816228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bg object 378"/>
          <p:cNvSpPr/>
          <p:nvPr/>
        </p:nvSpPr>
        <p:spPr>
          <a:xfrm>
            <a:off x="819912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2929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bg object 379"/>
          <p:cNvSpPr/>
          <p:nvPr/>
        </p:nvSpPr>
        <p:spPr>
          <a:xfrm>
            <a:off x="823467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2828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bg object 380"/>
          <p:cNvSpPr/>
          <p:nvPr/>
        </p:nvSpPr>
        <p:spPr>
          <a:xfrm>
            <a:off x="827150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2727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bg object 381"/>
          <p:cNvSpPr/>
          <p:nvPr/>
        </p:nvSpPr>
        <p:spPr>
          <a:xfrm>
            <a:off x="830707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bg object 382"/>
          <p:cNvSpPr/>
          <p:nvPr/>
        </p:nvSpPr>
        <p:spPr>
          <a:xfrm>
            <a:off x="834390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bg object 383"/>
          <p:cNvSpPr/>
          <p:nvPr/>
        </p:nvSpPr>
        <p:spPr>
          <a:xfrm>
            <a:off x="837945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30" y="0"/>
                </a:moveTo>
                <a:lnTo>
                  <a:pt x="0" y="0"/>
                </a:lnTo>
                <a:lnTo>
                  <a:pt x="0" y="34289"/>
                </a:lnTo>
                <a:lnTo>
                  <a:pt x="36830" y="34289"/>
                </a:lnTo>
                <a:lnTo>
                  <a:pt x="36830" y="0"/>
                </a:lnTo>
                <a:close/>
              </a:path>
            </a:pathLst>
          </a:custGeom>
          <a:solidFill>
            <a:srgbClr val="2424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bg object 384"/>
          <p:cNvSpPr/>
          <p:nvPr/>
        </p:nvSpPr>
        <p:spPr>
          <a:xfrm>
            <a:off x="841628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2323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bg object 385"/>
          <p:cNvSpPr/>
          <p:nvPr/>
        </p:nvSpPr>
        <p:spPr>
          <a:xfrm>
            <a:off x="8451850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2222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bg object 386"/>
          <p:cNvSpPr/>
          <p:nvPr/>
        </p:nvSpPr>
        <p:spPr>
          <a:xfrm>
            <a:off x="848867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bg object 387"/>
          <p:cNvSpPr/>
          <p:nvPr/>
        </p:nvSpPr>
        <p:spPr>
          <a:xfrm>
            <a:off x="852423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bg object 388"/>
          <p:cNvSpPr/>
          <p:nvPr/>
        </p:nvSpPr>
        <p:spPr>
          <a:xfrm>
            <a:off x="8561070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59" y="0"/>
                </a:moveTo>
                <a:lnTo>
                  <a:pt x="0" y="0"/>
                </a:lnTo>
                <a:lnTo>
                  <a:pt x="0" y="34289"/>
                </a:lnTo>
                <a:lnTo>
                  <a:pt x="35559" y="34289"/>
                </a:lnTo>
                <a:lnTo>
                  <a:pt x="35559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bg object 389"/>
          <p:cNvSpPr/>
          <p:nvPr/>
        </p:nvSpPr>
        <p:spPr>
          <a:xfrm>
            <a:off x="8596629" y="1779270"/>
            <a:ext cx="36830" cy="34290"/>
          </a:xfrm>
          <a:custGeom>
            <a:avLst/>
            <a:gdLst/>
            <a:ahLst/>
            <a:cxnLst/>
            <a:rect l="l" t="t" r="r" b="b"/>
            <a:pathLst>
              <a:path w="36829" h="34289">
                <a:moveTo>
                  <a:pt x="36829" y="0"/>
                </a:moveTo>
                <a:lnTo>
                  <a:pt x="0" y="0"/>
                </a:lnTo>
                <a:lnTo>
                  <a:pt x="0" y="34289"/>
                </a:lnTo>
                <a:lnTo>
                  <a:pt x="36829" y="34289"/>
                </a:lnTo>
                <a:lnTo>
                  <a:pt x="36829" y="0"/>
                </a:lnTo>
                <a:close/>
              </a:path>
            </a:pathLst>
          </a:custGeom>
          <a:solidFill>
            <a:srgbClr val="1E1E1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bg object 390"/>
          <p:cNvSpPr/>
          <p:nvPr/>
        </p:nvSpPr>
        <p:spPr>
          <a:xfrm>
            <a:off x="8633459" y="1779270"/>
            <a:ext cx="35560" cy="34290"/>
          </a:xfrm>
          <a:custGeom>
            <a:avLst/>
            <a:gdLst/>
            <a:ahLst/>
            <a:cxnLst/>
            <a:rect l="l" t="t" r="r" b="b"/>
            <a:pathLst>
              <a:path w="35559" h="34289">
                <a:moveTo>
                  <a:pt x="35560" y="0"/>
                </a:moveTo>
                <a:lnTo>
                  <a:pt x="0" y="0"/>
                </a:lnTo>
                <a:lnTo>
                  <a:pt x="0" y="34289"/>
                </a:lnTo>
                <a:lnTo>
                  <a:pt x="35560" y="34289"/>
                </a:lnTo>
                <a:lnTo>
                  <a:pt x="35560" y="0"/>
                </a:lnTo>
                <a:close/>
              </a:path>
            </a:pathLst>
          </a:custGeom>
          <a:solidFill>
            <a:srgbClr val="1D1D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9360" y="948690"/>
            <a:ext cx="668527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3339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3549" y="2051050"/>
            <a:ext cx="8216900" cy="3615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7830" y="1098550"/>
            <a:ext cx="438150" cy="422909"/>
          </a:xfrm>
          <a:custGeom>
            <a:avLst/>
            <a:gdLst/>
            <a:ahLst/>
            <a:cxnLst/>
            <a:rect l="l" t="t" r="r" b="b"/>
            <a:pathLst>
              <a:path w="438150" h="422909">
                <a:moveTo>
                  <a:pt x="0" y="422910"/>
                </a:moveTo>
                <a:lnTo>
                  <a:pt x="438150" y="422910"/>
                </a:lnTo>
                <a:lnTo>
                  <a:pt x="438150" y="0"/>
                </a:lnTo>
                <a:lnTo>
                  <a:pt x="0" y="0"/>
                </a:lnTo>
                <a:lnTo>
                  <a:pt x="0" y="422910"/>
                </a:lnTo>
                <a:close/>
              </a:path>
            </a:pathLst>
          </a:custGeom>
          <a:solidFill>
            <a:srgbClr val="FFC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27000" y="990600"/>
            <a:ext cx="2526030" cy="1051560"/>
            <a:chOff x="127000" y="990600"/>
            <a:chExt cx="2526030" cy="1051560"/>
          </a:xfrm>
        </p:grpSpPr>
        <p:sp>
          <p:nvSpPr>
            <p:cNvPr id="4" name="object 4"/>
            <p:cNvSpPr/>
            <p:nvPr/>
          </p:nvSpPr>
          <p:spPr>
            <a:xfrm>
              <a:off x="417830" y="109854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0" y="474980"/>
                  </a:lnTo>
                  <a:lnTo>
                    <a:pt x="438150" y="474980"/>
                  </a:lnTo>
                  <a:lnTo>
                    <a:pt x="438150" y="42291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8830" y="1098549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20" h="422909">
                  <a:moveTo>
                    <a:pt x="762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7620" y="42291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645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406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C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1690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2804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A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565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9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4328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0900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7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725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486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5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249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010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3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7730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408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0170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931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F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694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24559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090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C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853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4615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A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5376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9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1390" y="1098549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0" y="474980"/>
                  </a:lnTo>
                  <a:lnTo>
                    <a:pt x="6350" y="474980"/>
                  </a:lnTo>
                  <a:lnTo>
                    <a:pt x="6350" y="42291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E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6773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E6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536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E5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8298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E4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90600" y="1098550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6350" y="4749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E3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695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E2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0456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E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1218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E0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1981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F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27430" y="1098550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6350" y="4749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D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3378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D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4140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C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4901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B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5663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64260" y="1098550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6350" y="4749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D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7061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7823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7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8585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6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9346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01089" y="1098550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6350" y="4749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D4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10743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3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1506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2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2268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1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1019" y="1521459"/>
              <a:ext cx="422909" cy="473709"/>
            </a:xfrm>
            <a:custGeom>
              <a:avLst/>
              <a:gdLst/>
              <a:ahLst/>
              <a:cxnLst/>
              <a:rect l="l" t="t" r="r" b="b"/>
              <a:pathLst>
                <a:path w="422909" h="473710">
                  <a:moveTo>
                    <a:pt x="422910" y="0"/>
                  </a:moveTo>
                  <a:lnTo>
                    <a:pt x="0" y="0"/>
                  </a:lnTo>
                  <a:lnTo>
                    <a:pt x="0" y="473710"/>
                  </a:lnTo>
                  <a:lnTo>
                    <a:pt x="422910" y="47371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09320" y="1520189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1694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BF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2329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7F7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3090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3F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385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EFEF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4615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BEB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5250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E7E7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601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E3E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6773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DFDF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7408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DBD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8171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D7D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893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D3D3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9695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FC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00330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CC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0109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C8C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0185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4C4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2616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C0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3251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CB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401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8B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477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4B4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5536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0B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617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CAC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693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8A8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7696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4A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8458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A0A0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0909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9C9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0985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9898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10616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59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1125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9191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201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8D8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2776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8989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13411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858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1417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818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1493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7D7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15696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7979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1633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757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1709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7171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7856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6D6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18618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696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1925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6666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2001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626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20776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5E5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21538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5A5A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2217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565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22936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525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23698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4E4E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2433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4A4A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2509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464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25856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424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26618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3E3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2725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3A3A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27000" y="1625368"/>
              <a:ext cx="245974" cy="245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27000" y="161416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0" y="0"/>
                  </a:moveTo>
                  <a:lnTo>
                    <a:pt x="0" y="11198"/>
                  </a:lnTo>
                  <a:lnTo>
                    <a:pt x="245974" y="256539"/>
                  </a:lnTo>
                  <a:lnTo>
                    <a:pt x="256540" y="256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27000" y="160400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0" y="10160"/>
                  </a:lnTo>
                  <a:lnTo>
                    <a:pt x="256540" y="266700"/>
                  </a:lnTo>
                  <a:lnTo>
                    <a:pt x="266700" y="266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27000" y="1593850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60" h="276860">
                  <a:moveTo>
                    <a:pt x="0" y="0"/>
                  </a:moveTo>
                  <a:lnTo>
                    <a:pt x="0" y="10160"/>
                  </a:lnTo>
                  <a:lnTo>
                    <a:pt x="266700" y="276860"/>
                  </a:lnTo>
                  <a:lnTo>
                    <a:pt x="276860" y="2768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27000" y="15836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0" y="0"/>
                  </a:moveTo>
                  <a:lnTo>
                    <a:pt x="0" y="10160"/>
                  </a:lnTo>
                  <a:lnTo>
                    <a:pt x="276860" y="287020"/>
                  </a:lnTo>
                  <a:lnTo>
                    <a:pt x="287019" y="287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5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27000" y="157353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80">
                  <a:moveTo>
                    <a:pt x="0" y="0"/>
                  </a:moveTo>
                  <a:lnTo>
                    <a:pt x="0" y="10160"/>
                  </a:lnTo>
                  <a:lnTo>
                    <a:pt x="287019" y="297180"/>
                  </a:lnTo>
                  <a:lnTo>
                    <a:pt x="297180" y="297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8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27000" y="1563369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40" h="307339">
                  <a:moveTo>
                    <a:pt x="0" y="0"/>
                  </a:moveTo>
                  <a:lnTo>
                    <a:pt x="0" y="10159"/>
                  </a:lnTo>
                  <a:lnTo>
                    <a:pt x="297180" y="307339"/>
                  </a:lnTo>
                  <a:lnTo>
                    <a:pt x="307340" y="307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27000" y="1551940"/>
              <a:ext cx="318770" cy="318770"/>
            </a:xfrm>
            <a:custGeom>
              <a:avLst/>
              <a:gdLst/>
              <a:ahLst/>
              <a:cxnLst/>
              <a:rect l="l" t="t" r="r" b="b"/>
              <a:pathLst>
                <a:path w="318770" h="318769">
                  <a:moveTo>
                    <a:pt x="0" y="0"/>
                  </a:moveTo>
                  <a:lnTo>
                    <a:pt x="0" y="11430"/>
                  </a:lnTo>
                  <a:lnTo>
                    <a:pt x="307340" y="318770"/>
                  </a:lnTo>
                  <a:lnTo>
                    <a:pt x="318770" y="318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27000" y="154178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0" y="0"/>
                  </a:moveTo>
                  <a:lnTo>
                    <a:pt x="0" y="10159"/>
                  </a:lnTo>
                  <a:lnTo>
                    <a:pt x="318770" y="328929"/>
                  </a:lnTo>
                  <a:lnTo>
                    <a:pt x="328930" y="328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27000" y="1531619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0" y="0"/>
                  </a:moveTo>
                  <a:lnTo>
                    <a:pt x="0" y="10160"/>
                  </a:lnTo>
                  <a:lnTo>
                    <a:pt x="328930" y="339090"/>
                  </a:lnTo>
                  <a:lnTo>
                    <a:pt x="339090" y="339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27000" y="1521558"/>
              <a:ext cx="348615" cy="349250"/>
            </a:xfrm>
            <a:custGeom>
              <a:avLst/>
              <a:gdLst/>
              <a:ahLst/>
              <a:cxnLst/>
              <a:rect l="l" t="t" r="r" b="b"/>
              <a:pathLst>
                <a:path w="348615" h="349250">
                  <a:moveTo>
                    <a:pt x="0" y="0"/>
                  </a:moveTo>
                  <a:lnTo>
                    <a:pt x="0" y="10061"/>
                  </a:lnTo>
                  <a:lnTo>
                    <a:pt x="339090" y="349151"/>
                  </a:lnTo>
                  <a:lnTo>
                    <a:pt x="348254" y="349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5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27000" y="1511385"/>
              <a:ext cx="358775" cy="359410"/>
            </a:xfrm>
            <a:custGeom>
              <a:avLst/>
              <a:gdLst/>
              <a:ahLst/>
              <a:cxnLst/>
              <a:rect l="l" t="t" r="r" b="b"/>
              <a:pathLst>
                <a:path w="358775" h="359410">
                  <a:moveTo>
                    <a:pt x="0" y="0"/>
                  </a:moveTo>
                  <a:lnTo>
                    <a:pt x="0" y="10173"/>
                  </a:lnTo>
                  <a:lnTo>
                    <a:pt x="348254" y="359324"/>
                  </a:lnTo>
                  <a:lnTo>
                    <a:pt x="358401" y="35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27000" y="1501140"/>
              <a:ext cx="369570" cy="369570"/>
            </a:xfrm>
            <a:custGeom>
              <a:avLst/>
              <a:gdLst/>
              <a:ahLst/>
              <a:cxnLst/>
              <a:rect l="l" t="t" r="r" b="b"/>
              <a:pathLst>
                <a:path w="369570" h="369569">
                  <a:moveTo>
                    <a:pt x="0" y="0"/>
                  </a:moveTo>
                  <a:lnTo>
                    <a:pt x="0" y="10245"/>
                  </a:lnTo>
                  <a:lnTo>
                    <a:pt x="358401" y="369570"/>
                  </a:lnTo>
                  <a:lnTo>
                    <a:pt x="369570" y="369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27000" y="1490980"/>
              <a:ext cx="379730" cy="379730"/>
            </a:xfrm>
            <a:custGeom>
              <a:avLst/>
              <a:gdLst/>
              <a:ahLst/>
              <a:cxnLst/>
              <a:rect l="l" t="t" r="r" b="b"/>
              <a:pathLst>
                <a:path w="379730" h="379730">
                  <a:moveTo>
                    <a:pt x="0" y="0"/>
                  </a:moveTo>
                  <a:lnTo>
                    <a:pt x="0" y="10159"/>
                  </a:lnTo>
                  <a:lnTo>
                    <a:pt x="369570" y="379729"/>
                  </a:lnTo>
                  <a:lnTo>
                    <a:pt x="379730" y="3797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27000" y="1480819"/>
              <a:ext cx="389890" cy="389890"/>
            </a:xfrm>
            <a:custGeom>
              <a:avLst/>
              <a:gdLst/>
              <a:ahLst/>
              <a:cxnLst/>
              <a:rect l="l" t="t" r="r" b="b"/>
              <a:pathLst>
                <a:path w="389890" h="389889">
                  <a:moveTo>
                    <a:pt x="0" y="0"/>
                  </a:moveTo>
                  <a:lnTo>
                    <a:pt x="0" y="10160"/>
                  </a:lnTo>
                  <a:lnTo>
                    <a:pt x="379730" y="389890"/>
                  </a:lnTo>
                  <a:lnTo>
                    <a:pt x="389890" y="389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27000" y="147065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0"/>
                  </a:moveTo>
                  <a:lnTo>
                    <a:pt x="0" y="10160"/>
                  </a:lnTo>
                  <a:lnTo>
                    <a:pt x="389890" y="400050"/>
                  </a:lnTo>
                  <a:lnTo>
                    <a:pt x="400049" y="400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2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27000" y="1460500"/>
              <a:ext cx="410209" cy="410209"/>
            </a:xfrm>
            <a:custGeom>
              <a:avLst/>
              <a:gdLst/>
              <a:ahLst/>
              <a:cxnLst/>
              <a:rect l="l" t="t" r="r" b="b"/>
              <a:pathLst>
                <a:path w="410209" h="410210">
                  <a:moveTo>
                    <a:pt x="0" y="0"/>
                  </a:moveTo>
                  <a:lnTo>
                    <a:pt x="0" y="10160"/>
                  </a:lnTo>
                  <a:lnTo>
                    <a:pt x="400049" y="410210"/>
                  </a:lnTo>
                  <a:lnTo>
                    <a:pt x="410210" y="410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27000" y="1450340"/>
              <a:ext cx="420370" cy="420370"/>
            </a:xfrm>
            <a:custGeom>
              <a:avLst/>
              <a:gdLst/>
              <a:ahLst/>
              <a:cxnLst/>
              <a:rect l="l" t="t" r="r" b="b"/>
              <a:pathLst>
                <a:path w="420370" h="420369">
                  <a:moveTo>
                    <a:pt x="0" y="0"/>
                  </a:moveTo>
                  <a:lnTo>
                    <a:pt x="0" y="10160"/>
                  </a:lnTo>
                  <a:lnTo>
                    <a:pt x="410210" y="420370"/>
                  </a:lnTo>
                  <a:lnTo>
                    <a:pt x="420369" y="420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27000" y="1447800"/>
              <a:ext cx="431800" cy="422909"/>
            </a:xfrm>
            <a:custGeom>
              <a:avLst/>
              <a:gdLst/>
              <a:ahLst/>
              <a:cxnLst/>
              <a:rect l="l" t="t" r="r" b="b"/>
              <a:pathLst>
                <a:path w="431800" h="422910">
                  <a:moveTo>
                    <a:pt x="8889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420370" y="422910"/>
                  </a:lnTo>
                  <a:lnTo>
                    <a:pt x="431800" y="42291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FF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3588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60" y="0"/>
                  </a:moveTo>
                  <a:lnTo>
                    <a:pt x="0" y="0"/>
                  </a:lnTo>
                  <a:lnTo>
                    <a:pt x="422910" y="422910"/>
                  </a:lnTo>
                  <a:lnTo>
                    <a:pt x="433070" y="4229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46050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5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69" y="422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5620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60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70" y="4229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6636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8955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2955" y="422910"/>
                  </a:lnTo>
                  <a:lnTo>
                    <a:pt x="8955" y="0"/>
                  </a:lnTo>
                  <a:close/>
                </a:path>
              </a:pathLst>
            </a:custGeom>
            <a:solidFill>
              <a:srgbClr val="FF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75325" y="1447800"/>
              <a:ext cx="434340" cy="422909"/>
            </a:xfrm>
            <a:custGeom>
              <a:avLst/>
              <a:gdLst/>
              <a:ahLst/>
              <a:cxnLst/>
              <a:rect l="l" t="t" r="r" b="b"/>
              <a:pathLst>
                <a:path w="434340" h="422910">
                  <a:moveTo>
                    <a:pt x="10173" y="0"/>
                  </a:moveTo>
                  <a:lnTo>
                    <a:pt x="0" y="0"/>
                  </a:lnTo>
                  <a:lnTo>
                    <a:pt x="423999" y="422910"/>
                  </a:lnTo>
                  <a:lnTo>
                    <a:pt x="434173" y="422910"/>
                  </a:lnTo>
                  <a:lnTo>
                    <a:pt x="10173" y="0"/>
                  </a:lnTo>
                  <a:close/>
                </a:path>
              </a:pathLst>
            </a:custGeom>
            <a:solidFill>
              <a:srgbClr val="FF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85498" y="1447800"/>
              <a:ext cx="434340" cy="422909"/>
            </a:xfrm>
            <a:custGeom>
              <a:avLst/>
              <a:gdLst/>
              <a:ahLst/>
              <a:cxnLst/>
              <a:rect l="l" t="t" r="r" b="b"/>
              <a:pathLst>
                <a:path w="434340" h="422910">
                  <a:moveTo>
                    <a:pt x="11351" y="0"/>
                  </a:moveTo>
                  <a:lnTo>
                    <a:pt x="0" y="0"/>
                  </a:lnTo>
                  <a:lnTo>
                    <a:pt x="423999" y="422910"/>
                  </a:lnTo>
                  <a:lnTo>
                    <a:pt x="434261" y="422910"/>
                  </a:lnTo>
                  <a:lnTo>
                    <a:pt x="11351" y="0"/>
                  </a:lnTo>
                  <a:close/>
                </a:path>
              </a:pathLst>
            </a:custGeom>
            <a:solidFill>
              <a:srgbClr val="FF7A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96850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5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69" y="422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207010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60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70" y="4229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21716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5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69" y="422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227330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59" y="0"/>
                  </a:moveTo>
                  <a:lnTo>
                    <a:pt x="0" y="0"/>
                  </a:lnTo>
                  <a:lnTo>
                    <a:pt x="422910" y="422910"/>
                  </a:lnTo>
                  <a:lnTo>
                    <a:pt x="433070" y="422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23748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60" y="0"/>
                  </a:moveTo>
                  <a:lnTo>
                    <a:pt x="0" y="0"/>
                  </a:lnTo>
                  <a:lnTo>
                    <a:pt x="422910" y="422910"/>
                  </a:lnTo>
                  <a:lnTo>
                    <a:pt x="433070" y="4229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47650" y="1447800"/>
              <a:ext cx="434340" cy="422909"/>
            </a:xfrm>
            <a:custGeom>
              <a:avLst/>
              <a:gdLst/>
              <a:ahLst/>
              <a:cxnLst/>
              <a:rect l="l" t="t" r="r" b="b"/>
              <a:pathLst>
                <a:path w="434340" h="422910">
                  <a:moveTo>
                    <a:pt x="1142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4339" y="422910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FF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59079" y="1447800"/>
              <a:ext cx="429259" cy="422909"/>
            </a:xfrm>
            <a:custGeom>
              <a:avLst/>
              <a:gdLst/>
              <a:ahLst/>
              <a:cxnLst/>
              <a:rect l="l" t="t" r="r" b="b"/>
              <a:pathLst>
                <a:path w="429259" h="422910">
                  <a:moveTo>
                    <a:pt x="1015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27989" y="422910"/>
                  </a:lnTo>
                  <a:lnTo>
                    <a:pt x="429259" y="421639"/>
                  </a:lnTo>
                  <a:lnTo>
                    <a:pt x="429259" y="41910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8C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69239" y="14478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10160" y="0"/>
                  </a:moveTo>
                  <a:lnTo>
                    <a:pt x="0" y="0"/>
                  </a:lnTo>
                  <a:lnTo>
                    <a:pt x="419100" y="419100"/>
                  </a:lnTo>
                  <a:lnTo>
                    <a:pt x="419100" y="40893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79400" y="1447800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40" h="408939">
                  <a:moveTo>
                    <a:pt x="9947" y="0"/>
                  </a:moveTo>
                  <a:lnTo>
                    <a:pt x="0" y="0"/>
                  </a:lnTo>
                  <a:lnTo>
                    <a:pt x="408939" y="408939"/>
                  </a:lnTo>
                  <a:lnTo>
                    <a:pt x="408939" y="400020"/>
                  </a:lnTo>
                  <a:lnTo>
                    <a:pt x="9947" y="0"/>
                  </a:lnTo>
                  <a:close/>
                </a:path>
              </a:pathLst>
            </a:custGeom>
            <a:solidFill>
              <a:srgbClr val="FF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89347" y="1447800"/>
              <a:ext cx="399415" cy="400050"/>
            </a:xfrm>
            <a:custGeom>
              <a:avLst/>
              <a:gdLst/>
              <a:ahLst/>
              <a:cxnLst/>
              <a:rect l="l" t="t" r="r" b="b"/>
              <a:pathLst>
                <a:path w="399415" h="400050">
                  <a:moveTo>
                    <a:pt x="10146" y="0"/>
                  </a:moveTo>
                  <a:lnTo>
                    <a:pt x="0" y="0"/>
                  </a:lnTo>
                  <a:lnTo>
                    <a:pt x="398992" y="400020"/>
                  </a:lnTo>
                  <a:lnTo>
                    <a:pt x="398992" y="389847"/>
                  </a:lnTo>
                  <a:lnTo>
                    <a:pt x="10146" y="0"/>
                  </a:lnTo>
                  <a:close/>
                </a:path>
              </a:pathLst>
            </a:custGeom>
            <a:solidFill>
              <a:srgbClr val="FF94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99494" y="1447800"/>
              <a:ext cx="389255" cy="389890"/>
            </a:xfrm>
            <a:custGeom>
              <a:avLst/>
              <a:gdLst/>
              <a:ahLst/>
              <a:cxnLst/>
              <a:rect l="l" t="t" r="r" b="b"/>
              <a:pathLst>
                <a:path w="389255" h="389889">
                  <a:moveTo>
                    <a:pt x="9115" y="0"/>
                  </a:moveTo>
                  <a:lnTo>
                    <a:pt x="0" y="0"/>
                  </a:lnTo>
                  <a:lnTo>
                    <a:pt x="388845" y="389847"/>
                  </a:lnTo>
                  <a:lnTo>
                    <a:pt x="388845" y="379730"/>
                  </a:lnTo>
                  <a:lnTo>
                    <a:pt x="9115" y="0"/>
                  </a:lnTo>
                  <a:close/>
                </a:path>
              </a:pathLst>
            </a:custGeom>
            <a:solidFill>
              <a:srgbClr val="FF9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08610" y="1447800"/>
              <a:ext cx="379730" cy="379730"/>
            </a:xfrm>
            <a:custGeom>
              <a:avLst/>
              <a:gdLst/>
              <a:ahLst/>
              <a:cxnLst/>
              <a:rect l="l" t="t" r="r" b="b"/>
              <a:pathLst>
                <a:path w="379730" h="379730">
                  <a:moveTo>
                    <a:pt x="11429" y="0"/>
                  </a:moveTo>
                  <a:lnTo>
                    <a:pt x="0" y="0"/>
                  </a:lnTo>
                  <a:lnTo>
                    <a:pt x="379730" y="379730"/>
                  </a:lnTo>
                  <a:lnTo>
                    <a:pt x="379730" y="368300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FF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20039" y="1447800"/>
              <a:ext cx="368300" cy="368300"/>
            </a:xfrm>
            <a:custGeom>
              <a:avLst/>
              <a:gdLst/>
              <a:ahLst/>
              <a:cxnLst/>
              <a:rect l="l" t="t" r="r" b="b"/>
              <a:pathLst>
                <a:path w="368300" h="368300">
                  <a:moveTo>
                    <a:pt x="10160" y="0"/>
                  </a:moveTo>
                  <a:lnTo>
                    <a:pt x="0" y="0"/>
                  </a:lnTo>
                  <a:lnTo>
                    <a:pt x="368300" y="368300"/>
                  </a:lnTo>
                  <a:lnTo>
                    <a:pt x="368300" y="35813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9C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30200" y="1447800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39">
                  <a:moveTo>
                    <a:pt x="10159" y="0"/>
                  </a:moveTo>
                  <a:lnTo>
                    <a:pt x="0" y="0"/>
                  </a:lnTo>
                  <a:lnTo>
                    <a:pt x="358139" y="358139"/>
                  </a:lnTo>
                  <a:lnTo>
                    <a:pt x="358139" y="34798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340359" y="144780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0159" y="0"/>
                  </a:moveTo>
                  <a:lnTo>
                    <a:pt x="0" y="0"/>
                  </a:lnTo>
                  <a:lnTo>
                    <a:pt x="347980" y="347980"/>
                  </a:lnTo>
                  <a:lnTo>
                    <a:pt x="347979" y="337819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A1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50520" y="1447800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20" h="337819">
                  <a:moveTo>
                    <a:pt x="10160" y="0"/>
                  </a:moveTo>
                  <a:lnTo>
                    <a:pt x="0" y="0"/>
                  </a:lnTo>
                  <a:lnTo>
                    <a:pt x="337820" y="337819"/>
                  </a:lnTo>
                  <a:lnTo>
                    <a:pt x="337820" y="32766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60679" y="1447800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59" h="327660">
                  <a:moveTo>
                    <a:pt x="10159" y="0"/>
                  </a:moveTo>
                  <a:lnTo>
                    <a:pt x="0" y="0"/>
                  </a:lnTo>
                  <a:lnTo>
                    <a:pt x="327659" y="327660"/>
                  </a:lnTo>
                  <a:lnTo>
                    <a:pt x="327659" y="31750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70840" y="1447800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1430" y="0"/>
                  </a:moveTo>
                  <a:lnTo>
                    <a:pt x="0" y="0"/>
                  </a:lnTo>
                  <a:lnTo>
                    <a:pt x="317500" y="317500"/>
                  </a:lnTo>
                  <a:lnTo>
                    <a:pt x="317500" y="306070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FF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82270" y="1447800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70" h="306069">
                  <a:moveTo>
                    <a:pt x="10159" y="0"/>
                  </a:moveTo>
                  <a:lnTo>
                    <a:pt x="0" y="0"/>
                  </a:lnTo>
                  <a:lnTo>
                    <a:pt x="306069" y="306069"/>
                  </a:lnTo>
                  <a:lnTo>
                    <a:pt x="306069" y="295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AC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92429" y="1447800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10">
                  <a:moveTo>
                    <a:pt x="9246" y="0"/>
                  </a:moveTo>
                  <a:lnTo>
                    <a:pt x="0" y="0"/>
                  </a:lnTo>
                  <a:lnTo>
                    <a:pt x="295910" y="295910"/>
                  </a:lnTo>
                  <a:lnTo>
                    <a:pt x="295910" y="285926"/>
                  </a:lnTo>
                  <a:lnTo>
                    <a:pt x="9246" y="0"/>
                  </a:lnTo>
                  <a:close/>
                </a:path>
              </a:pathLst>
            </a:custGeom>
            <a:solidFill>
              <a:srgbClr val="F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01676" y="1447800"/>
              <a:ext cx="287020" cy="286385"/>
            </a:xfrm>
            <a:custGeom>
              <a:avLst/>
              <a:gdLst/>
              <a:ahLst/>
              <a:cxnLst/>
              <a:rect l="l" t="t" r="r" b="b"/>
              <a:pathLst>
                <a:path w="287020" h="286385">
                  <a:moveTo>
                    <a:pt x="10173" y="0"/>
                  </a:moveTo>
                  <a:lnTo>
                    <a:pt x="0" y="0"/>
                  </a:lnTo>
                  <a:lnTo>
                    <a:pt x="286663" y="285926"/>
                  </a:lnTo>
                  <a:lnTo>
                    <a:pt x="286663" y="275779"/>
                  </a:lnTo>
                  <a:lnTo>
                    <a:pt x="10173" y="0"/>
                  </a:lnTo>
                  <a:close/>
                </a:path>
              </a:pathLst>
            </a:custGeom>
            <a:solidFill>
              <a:srgbClr val="FF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411849" y="1447800"/>
              <a:ext cx="276860" cy="276225"/>
            </a:xfrm>
            <a:custGeom>
              <a:avLst/>
              <a:gdLst/>
              <a:ahLst/>
              <a:cxnLst/>
              <a:rect l="l" t="t" r="r" b="b"/>
              <a:pathLst>
                <a:path w="276859" h="276225">
                  <a:moveTo>
                    <a:pt x="9790" y="0"/>
                  </a:moveTo>
                  <a:lnTo>
                    <a:pt x="0" y="0"/>
                  </a:lnTo>
                  <a:lnTo>
                    <a:pt x="276490" y="275779"/>
                  </a:lnTo>
                  <a:lnTo>
                    <a:pt x="276490" y="266700"/>
                  </a:lnTo>
                  <a:lnTo>
                    <a:pt x="9790" y="0"/>
                  </a:lnTo>
                  <a:close/>
                </a:path>
              </a:pathLst>
            </a:custGeom>
            <a:solidFill>
              <a:srgbClr val="FFB4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421640" y="14478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1430" y="0"/>
                  </a:moveTo>
                  <a:lnTo>
                    <a:pt x="0" y="0"/>
                  </a:lnTo>
                  <a:lnTo>
                    <a:pt x="266700" y="266700"/>
                  </a:lnTo>
                  <a:lnTo>
                    <a:pt x="266700" y="255269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FF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433070" y="1447800"/>
              <a:ext cx="255270" cy="255270"/>
            </a:xfrm>
            <a:custGeom>
              <a:avLst/>
              <a:gdLst/>
              <a:ahLst/>
              <a:cxnLst/>
              <a:rect l="l" t="t" r="r" b="b"/>
              <a:pathLst>
                <a:path w="255270" h="255269">
                  <a:moveTo>
                    <a:pt x="10159" y="0"/>
                  </a:moveTo>
                  <a:lnTo>
                    <a:pt x="0" y="0"/>
                  </a:lnTo>
                  <a:lnTo>
                    <a:pt x="255269" y="255269"/>
                  </a:lnTo>
                  <a:lnTo>
                    <a:pt x="255269" y="2451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43229" y="1447800"/>
              <a:ext cx="245110" cy="2451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762000" y="990600"/>
              <a:ext cx="31750" cy="1051560"/>
            </a:xfrm>
            <a:custGeom>
              <a:avLst/>
              <a:gdLst/>
              <a:ahLst/>
              <a:cxnLst/>
              <a:rect l="l" t="t" r="r" b="b"/>
              <a:pathLst>
                <a:path w="31750" h="1051560">
                  <a:moveTo>
                    <a:pt x="31750" y="0"/>
                  </a:moveTo>
                  <a:lnTo>
                    <a:pt x="0" y="0"/>
                  </a:lnTo>
                  <a:lnTo>
                    <a:pt x="0" y="1051560"/>
                  </a:lnTo>
                  <a:lnTo>
                    <a:pt x="31750" y="1051560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41960" y="1779269"/>
              <a:ext cx="72390" cy="34290"/>
            </a:xfrm>
            <a:custGeom>
              <a:avLst/>
              <a:gdLst/>
              <a:ahLst/>
              <a:cxnLst/>
              <a:rect l="l" t="t" r="r" b="b"/>
              <a:pathLst>
                <a:path w="72390" h="34289">
                  <a:moveTo>
                    <a:pt x="72390" y="0"/>
                  </a:moveTo>
                  <a:lnTo>
                    <a:pt x="3556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5560" y="34290"/>
                  </a:lnTo>
                  <a:lnTo>
                    <a:pt x="72390" y="3429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51435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54990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58674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62230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5913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9469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73151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76835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80390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84074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87630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91313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94868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98551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02108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05791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09346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13030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16586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20268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23951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27508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31191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34746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38430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41986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45668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49351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52908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56591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60146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63703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67386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71068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74625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78307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81863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85547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89102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92786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96468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200025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203707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207263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210947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214502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18186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21742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25425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289810" y="1779269"/>
              <a:ext cx="72390" cy="34290"/>
            </a:xfrm>
            <a:custGeom>
              <a:avLst/>
              <a:gdLst/>
              <a:ahLst/>
              <a:cxnLst/>
              <a:rect l="l" t="t" r="r" b="b"/>
              <a:pathLst>
                <a:path w="72389" h="34289">
                  <a:moveTo>
                    <a:pt x="72390" y="0"/>
                  </a:moveTo>
                  <a:lnTo>
                    <a:pt x="3683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6830" y="34290"/>
                  </a:lnTo>
                  <a:lnTo>
                    <a:pt x="72390" y="3429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36220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39902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43586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47142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50825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54381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58063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61620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2" name="object 212"/>
          <p:cNvGrpSpPr/>
          <p:nvPr/>
        </p:nvGrpSpPr>
        <p:grpSpPr>
          <a:xfrm>
            <a:off x="541019" y="1521460"/>
            <a:ext cx="426720" cy="473709"/>
            <a:chOff x="541019" y="1521460"/>
            <a:chExt cx="426720" cy="473709"/>
          </a:xfrm>
        </p:grpSpPr>
        <p:sp>
          <p:nvSpPr>
            <p:cNvPr id="213" name="object 213"/>
            <p:cNvSpPr/>
            <p:nvPr/>
          </p:nvSpPr>
          <p:spPr>
            <a:xfrm>
              <a:off x="961390" y="1098549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0" y="474980"/>
                  </a:lnTo>
                  <a:lnTo>
                    <a:pt x="6350" y="474980"/>
                  </a:lnTo>
                  <a:lnTo>
                    <a:pt x="6350" y="42291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E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541019" y="1521460"/>
              <a:ext cx="422909" cy="473709"/>
            </a:xfrm>
            <a:custGeom>
              <a:avLst/>
              <a:gdLst/>
              <a:ahLst/>
              <a:cxnLst/>
              <a:rect l="l" t="t" r="r" b="b"/>
              <a:pathLst>
                <a:path w="422909" h="473710">
                  <a:moveTo>
                    <a:pt x="422910" y="0"/>
                  </a:moveTo>
                  <a:lnTo>
                    <a:pt x="0" y="0"/>
                  </a:lnTo>
                  <a:lnTo>
                    <a:pt x="0" y="473710"/>
                  </a:lnTo>
                  <a:lnTo>
                    <a:pt x="422910" y="47371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5" name="object 215"/>
          <p:cNvGrpSpPr/>
          <p:nvPr/>
        </p:nvGrpSpPr>
        <p:grpSpPr>
          <a:xfrm>
            <a:off x="2653029" y="1779270"/>
            <a:ext cx="6015990" cy="34290"/>
            <a:chOff x="2653029" y="1779270"/>
            <a:chExt cx="6015990" cy="34290"/>
          </a:xfrm>
        </p:grpSpPr>
        <p:sp>
          <p:nvSpPr>
            <p:cNvPr id="216" name="object 216"/>
            <p:cNvSpPr/>
            <p:nvPr/>
          </p:nvSpPr>
          <p:spPr>
            <a:xfrm>
              <a:off x="26530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26885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7254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7609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27978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28333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287019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29057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29425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297814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0149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30505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30873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6B6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312419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31597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1965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323214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32689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3045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0B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33413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33769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34137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34493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348614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35217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35585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35953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6309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6677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7033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74014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7757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38125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8493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8849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9204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9573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9928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D9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40297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40665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410209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41389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41744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898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42113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979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42468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42837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43205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9494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43561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939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43929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4284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44653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45008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45377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E8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45732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D8D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46101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C8C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46456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46824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47180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98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7548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7904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48272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686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8641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8996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484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9364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38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9720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50088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181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50444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50812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51168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51536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51892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52260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B7B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52616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7A7A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52984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53352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7878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53708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54076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67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54432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75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4800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55156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55524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55892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7171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56248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56603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56972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6E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57327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D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57696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58064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58420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6A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58788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59143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59512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676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5986780" y="1779269"/>
              <a:ext cx="73660" cy="34290"/>
            </a:xfrm>
            <a:custGeom>
              <a:avLst/>
              <a:gdLst/>
              <a:ahLst/>
              <a:cxnLst/>
              <a:rect l="l" t="t" r="r" b="b"/>
              <a:pathLst>
                <a:path w="73660" h="34289">
                  <a:moveTo>
                    <a:pt x="73660" y="0"/>
                  </a:moveTo>
                  <a:lnTo>
                    <a:pt x="3683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6830" y="34290"/>
                  </a:lnTo>
                  <a:lnTo>
                    <a:pt x="73660" y="34290"/>
                  </a:lnTo>
                  <a:lnTo>
                    <a:pt x="7366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60604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60960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61328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61683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16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62052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62407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62776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63131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D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63500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63855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64223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6457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64947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65316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65671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66040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66395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66763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6711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67487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67843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0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682117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F4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68567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68935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6929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6965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70027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70383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707517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71107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71475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7183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545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7219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72567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7292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73279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14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73647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7400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7437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74739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75095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7546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B3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75819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76187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39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7654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7691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73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77279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77635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7800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7835900" y="1779269"/>
              <a:ext cx="72390" cy="34290"/>
            </a:xfrm>
            <a:custGeom>
              <a:avLst/>
              <a:gdLst/>
              <a:ahLst/>
              <a:cxnLst/>
              <a:rect l="l" t="t" r="r" b="b"/>
              <a:pathLst>
                <a:path w="72390" h="34289">
                  <a:moveTo>
                    <a:pt x="72390" y="0"/>
                  </a:moveTo>
                  <a:lnTo>
                    <a:pt x="3683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6830" y="34290"/>
                  </a:lnTo>
                  <a:lnTo>
                    <a:pt x="72390" y="3429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7908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79451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03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79806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80175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80530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D2D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80899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81254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2B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8162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81991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82346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82715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83070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83439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83794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84162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84518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84886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85242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856107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85966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86334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1D1D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0" name="object 380"/>
          <p:cNvGrpSpPr/>
          <p:nvPr/>
        </p:nvGrpSpPr>
        <p:grpSpPr>
          <a:xfrm>
            <a:off x="231775" y="2929255"/>
            <a:ext cx="241300" cy="1480820"/>
            <a:chOff x="231775" y="2929255"/>
            <a:chExt cx="241300" cy="1480820"/>
          </a:xfrm>
        </p:grpSpPr>
        <p:sp>
          <p:nvSpPr>
            <p:cNvPr id="381" name="object 381"/>
            <p:cNvSpPr/>
            <p:nvPr/>
          </p:nvSpPr>
          <p:spPr>
            <a:xfrm>
              <a:off x="450850" y="2938780"/>
              <a:ext cx="12700" cy="1461770"/>
            </a:xfrm>
            <a:custGeom>
              <a:avLst/>
              <a:gdLst/>
              <a:ahLst/>
              <a:cxnLst/>
              <a:rect l="l" t="t" r="r" b="b"/>
              <a:pathLst>
                <a:path w="12700" h="1461770">
                  <a:moveTo>
                    <a:pt x="0" y="1461770"/>
                  </a:moveTo>
                  <a:lnTo>
                    <a:pt x="12700" y="146177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46177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241299" y="2938780"/>
              <a:ext cx="222250" cy="1461770"/>
            </a:xfrm>
            <a:custGeom>
              <a:avLst/>
              <a:gdLst/>
              <a:ahLst/>
              <a:cxnLst/>
              <a:rect l="l" t="t" r="r" b="b"/>
              <a:pathLst>
                <a:path w="222250" h="1461770">
                  <a:moveTo>
                    <a:pt x="222250" y="0"/>
                  </a:moveTo>
                  <a:lnTo>
                    <a:pt x="222250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222250" y="0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3" name="object 383"/>
          <p:cNvGrpSpPr/>
          <p:nvPr/>
        </p:nvGrpSpPr>
        <p:grpSpPr>
          <a:xfrm>
            <a:off x="544195" y="2929255"/>
            <a:ext cx="518159" cy="1480820"/>
            <a:chOff x="544195" y="2929255"/>
            <a:chExt cx="518159" cy="1480820"/>
          </a:xfrm>
        </p:grpSpPr>
        <p:sp>
          <p:nvSpPr>
            <p:cNvPr id="384" name="object 384"/>
            <p:cNvSpPr/>
            <p:nvPr/>
          </p:nvSpPr>
          <p:spPr>
            <a:xfrm>
              <a:off x="553720" y="29387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09" h="1461770">
                  <a:moveTo>
                    <a:pt x="499110" y="0"/>
                  </a:moveTo>
                  <a:lnTo>
                    <a:pt x="312420" y="0"/>
                  </a:lnTo>
                  <a:lnTo>
                    <a:pt x="312420" y="657860"/>
                  </a:lnTo>
                  <a:lnTo>
                    <a:pt x="186689" y="0"/>
                  </a:lnTo>
                  <a:lnTo>
                    <a:pt x="0" y="0"/>
                  </a:lnTo>
                  <a:lnTo>
                    <a:pt x="0" y="1461770"/>
                  </a:lnTo>
                  <a:lnTo>
                    <a:pt x="186689" y="1461770"/>
                  </a:lnTo>
                  <a:lnTo>
                    <a:pt x="186689" y="797560"/>
                  </a:lnTo>
                  <a:lnTo>
                    <a:pt x="303530" y="1461770"/>
                  </a:lnTo>
                  <a:lnTo>
                    <a:pt x="499110" y="1461770"/>
                  </a:lnTo>
                  <a:lnTo>
                    <a:pt x="499110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553720" y="29387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09" h="1461770">
                  <a:moveTo>
                    <a:pt x="499110" y="0"/>
                  </a:moveTo>
                  <a:lnTo>
                    <a:pt x="499110" y="1461770"/>
                  </a:lnTo>
                  <a:lnTo>
                    <a:pt x="303530" y="1461770"/>
                  </a:lnTo>
                  <a:lnTo>
                    <a:pt x="186689" y="797560"/>
                  </a:lnTo>
                  <a:lnTo>
                    <a:pt x="186689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186689" y="0"/>
                  </a:lnTo>
                  <a:lnTo>
                    <a:pt x="312420" y="657860"/>
                  </a:lnTo>
                  <a:lnTo>
                    <a:pt x="312420" y="0"/>
                  </a:lnTo>
                  <a:lnTo>
                    <a:pt x="499110" y="0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6" name="object 386"/>
          <p:cNvGrpSpPr/>
          <p:nvPr/>
        </p:nvGrpSpPr>
        <p:grpSpPr>
          <a:xfrm>
            <a:off x="1114425" y="2898775"/>
            <a:ext cx="529590" cy="1543050"/>
            <a:chOff x="1114425" y="2898775"/>
            <a:chExt cx="529590" cy="1543050"/>
          </a:xfrm>
        </p:grpSpPr>
        <p:sp>
          <p:nvSpPr>
            <p:cNvPr id="387" name="object 387"/>
            <p:cNvSpPr/>
            <p:nvPr/>
          </p:nvSpPr>
          <p:spPr>
            <a:xfrm>
              <a:off x="1123950" y="2908299"/>
              <a:ext cx="510540" cy="1524000"/>
            </a:xfrm>
            <a:custGeom>
              <a:avLst/>
              <a:gdLst/>
              <a:ahLst/>
              <a:cxnLst/>
              <a:rect l="l" t="t" r="r" b="b"/>
              <a:pathLst>
                <a:path w="510539" h="1524000">
                  <a:moveTo>
                    <a:pt x="264159" y="0"/>
                  </a:moveTo>
                  <a:lnTo>
                    <a:pt x="223519" y="0"/>
                  </a:lnTo>
                  <a:lnTo>
                    <a:pt x="204469" y="2539"/>
                  </a:lnTo>
                  <a:lnTo>
                    <a:pt x="152400" y="16510"/>
                  </a:lnTo>
                  <a:lnTo>
                    <a:pt x="106680" y="43179"/>
                  </a:lnTo>
                  <a:lnTo>
                    <a:pt x="68580" y="81279"/>
                  </a:lnTo>
                  <a:lnTo>
                    <a:pt x="49530" y="111760"/>
                  </a:lnTo>
                  <a:lnTo>
                    <a:pt x="39369" y="128270"/>
                  </a:lnTo>
                  <a:lnTo>
                    <a:pt x="25400" y="165100"/>
                  </a:lnTo>
                  <a:lnTo>
                    <a:pt x="15240" y="209550"/>
                  </a:lnTo>
                  <a:lnTo>
                    <a:pt x="6350" y="265429"/>
                  </a:lnTo>
                  <a:lnTo>
                    <a:pt x="1269" y="331470"/>
                  </a:lnTo>
                  <a:lnTo>
                    <a:pt x="1269" y="369570"/>
                  </a:lnTo>
                  <a:lnTo>
                    <a:pt x="0" y="410210"/>
                  </a:lnTo>
                  <a:lnTo>
                    <a:pt x="1269" y="439420"/>
                  </a:lnTo>
                  <a:lnTo>
                    <a:pt x="1269" y="466089"/>
                  </a:lnTo>
                  <a:lnTo>
                    <a:pt x="2540" y="492760"/>
                  </a:lnTo>
                  <a:lnTo>
                    <a:pt x="7619" y="541020"/>
                  </a:lnTo>
                  <a:lnTo>
                    <a:pt x="17780" y="601979"/>
                  </a:lnTo>
                  <a:lnTo>
                    <a:pt x="33019" y="654050"/>
                  </a:lnTo>
                  <a:lnTo>
                    <a:pt x="44450" y="683260"/>
                  </a:lnTo>
                  <a:lnTo>
                    <a:pt x="49530" y="695960"/>
                  </a:lnTo>
                  <a:lnTo>
                    <a:pt x="55880" y="708660"/>
                  </a:lnTo>
                  <a:lnTo>
                    <a:pt x="63500" y="718819"/>
                  </a:lnTo>
                  <a:lnTo>
                    <a:pt x="71119" y="731519"/>
                  </a:lnTo>
                  <a:lnTo>
                    <a:pt x="80009" y="744219"/>
                  </a:lnTo>
                  <a:lnTo>
                    <a:pt x="104140" y="774700"/>
                  </a:lnTo>
                  <a:lnTo>
                    <a:pt x="135890" y="812800"/>
                  </a:lnTo>
                  <a:lnTo>
                    <a:pt x="173990" y="855980"/>
                  </a:lnTo>
                  <a:lnTo>
                    <a:pt x="210819" y="899160"/>
                  </a:lnTo>
                  <a:lnTo>
                    <a:pt x="254000" y="951230"/>
                  </a:lnTo>
                  <a:lnTo>
                    <a:pt x="278130" y="989330"/>
                  </a:lnTo>
                  <a:lnTo>
                    <a:pt x="280669" y="994410"/>
                  </a:lnTo>
                  <a:lnTo>
                    <a:pt x="281940" y="1000760"/>
                  </a:lnTo>
                  <a:lnTo>
                    <a:pt x="284480" y="1007110"/>
                  </a:lnTo>
                  <a:lnTo>
                    <a:pt x="287019" y="1014730"/>
                  </a:lnTo>
                  <a:lnTo>
                    <a:pt x="288290" y="1022350"/>
                  </a:lnTo>
                  <a:lnTo>
                    <a:pt x="290830" y="1031239"/>
                  </a:lnTo>
                  <a:lnTo>
                    <a:pt x="295909" y="1073150"/>
                  </a:lnTo>
                  <a:lnTo>
                    <a:pt x="298450" y="1126489"/>
                  </a:lnTo>
                  <a:lnTo>
                    <a:pt x="298450" y="1184910"/>
                  </a:lnTo>
                  <a:lnTo>
                    <a:pt x="297180" y="1197610"/>
                  </a:lnTo>
                  <a:lnTo>
                    <a:pt x="294640" y="1219200"/>
                  </a:lnTo>
                  <a:lnTo>
                    <a:pt x="292100" y="1229360"/>
                  </a:lnTo>
                  <a:lnTo>
                    <a:pt x="289559" y="1238250"/>
                  </a:lnTo>
                  <a:lnTo>
                    <a:pt x="289559" y="1242060"/>
                  </a:lnTo>
                  <a:lnTo>
                    <a:pt x="287019" y="1245870"/>
                  </a:lnTo>
                  <a:lnTo>
                    <a:pt x="284480" y="1253489"/>
                  </a:lnTo>
                  <a:lnTo>
                    <a:pt x="281940" y="1258570"/>
                  </a:lnTo>
                  <a:lnTo>
                    <a:pt x="279400" y="1261110"/>
                  </a:lnTo>
                  <a:lnTo>
                    <a:pt x="278130" y="1263650"/>
                  </a:lnTo>
                  <a:lnTo>
                    <a:pt x="275590" y="1266189"/>
                  </a:lnTo>
                  <a:lnTo>
                    <a:pt x="274319" y="1268730"/>
                  </a:lnTo>
                  <a:lnTo>
                    <a:pt x="271780" y="1270000"/>
                  </a:lnTo>
                  <a:lnTo>
                    <a:pt x="270509" y="1271270"/>
                  </a:lnTo>
                  <a:lnTo>
                    <a:pt x="262890" y="1275080"/>
                  </a:lnTo>
                  <a:lnTo>
                    <a:pt x="243840" y="1275080"/>
                  </a:lnTo>
                  <a:lnTo>
                    <a:pt x="241300" y="1273810"/>
                  </a:lnTo>
                  <a:lnTo>
                    <a:pt x="240030" y="1272539"/>
                  </a:lnTo>
                  <a:lnTo>
                    <a:pt x="237490" y="1271270"/>
                  </a:lnTo>
                  <a:lnTo>
                    <a:pt x="236219" y="1270000"/>
                  </a:lnTo>
                  <a:lnTo>
                    <a:pt x="233680" y="1268730"/>
                  </a:lnTo>
                  <a:lnTo>
                    <a:pt x="232409" y="1266189"/>
                  </a:lnTo>
                  <a:lnTo>
                    <a:pt x="229869" y="1264920"/>
                  </a:lnTo>
                  <a:lnTo>
                    <a:pt x="227330" y="1259839"/>
                  </a:lnTo>
                  <a:lnTo>
                    <a:pt x="226059" y="1258570"/>
                  </a:lnTo>
                  <a:lnTo>
                    <a:pt x="224790" y="1256030"/>
                  </a:lnTo>
                  <a:lnTo>
                    <a:pt x="223519" y="1252220"/>
                  </a:lnTo>
                  <a:lnTo>
                    <a:pt x="222250" y="1249680"/>
                  </a:lnTo>
                  <a:lnTo>
                    <a:pt x="220980" y="1245870"/>
                  </a:lnTo>
                  <a:lnTo>
                    <a:pt x="220980" y="1242060"/>
                  </a:lnTo>
                  <a:lnTo>
                    <a:pt x="219709" y="1236980"/>
                  </a:lnTo>
                  <a:lnTo>
                    <a:pt x="218440" y="1226820"/>
                  </a:lnTo>
                  <a:lnTo>
                    <a:pt x="215900" y="1200150"/>
                  </a:lnTo>
                  <a:lnTo>
                    <a:pt x="215900" y="1183639"/>
                  </a:lnTo>
                  <a:lnTo>
                    <a:pt x="214630" y="1146810"/>
                  </a:lnTo>
                  <a:lnTo>
                    <a:pt x="214630" y="969010"/>
                  </a:lnTo>
                  <a:lnTo>
                    <a:pt x="7619" y="969010"/>
                  </a:lnTo>
                  <a:lnTo>
                    <a:pt x="7619" y="1064260"/>
                  </a:lnTo>
                  <a:lnTo>
                    <a:pt x="8890" y="1143000"/>
                  </a:lnTo>
                  <a:lnTo>
                    <a:pt x="10159" y="1177289"/>
                  </a:lnTo>
                  <a:lnTo>
                    <a:pt x="12700" y="1210310"/>
                  </a:lnTo>
                  <a:lnTo>
                    <a:pt x="17780" y="1268730"/>
                  </a:lnTo>
                  <a:lnTo>
                    <a:pt x="22859" y="1295400"/>
                  </a:lnTo>
                  <a:lnTo>
                    <a:pt x="26669" y="1318260"/>
                  </a:lnTo>
                  <a:lnTo>
                    <a:pt x="43180" y="1371600"/>
                  </a:lnTo>
                  <a:lnTo>
                    <a:pt x="68580" y="1417320"/>
                  </a:lnTo>
                  <a:lnTo>
                    <a:pt x="95250" y="1450339"/>
                  </a:lnTo>
                  <a:lnTo>
                    <a:pt x="125730" y="1479550"/>
                  </a:lnTo>
                  <a:lnTo>
                    <a:pt x="161290" y="1501139"/>
                  </a:lnTo>
                  <a:lnTo>
                    <a:pt x="199390" y="1515110"/>
                  </a:lnTo>
                  <a:lnTo>
                    <a:pt x="241300" y="1522730"/>
                  </a:lnTo>
                  <a:lnTo>
                    <a:pt x="262890" y="1524000"/>
                  </a:lnTo>
                  <a:lnTo>
                    <a:pt x="283209" y="1522730"/>
                  </a:lnTo>
                  <a:lnTo>
                    <a:pt x="321309" y="1516380"/>
                  </a:lnTo>
                  <a:lnTo>
                    <a:pt x="374650" y="1494789"/>
                  </a:lnTo>
                  <a:lnTo>
                    <a:pt x="406400" y="1473200"/>
                  </a:lnTo>
                  <a:lnTo>
                    <a:pt x="447040" y="1432560"/>
                  </a:lnTo>
                  <a:lnTo>
                    <a:pt x="476250" y="1385570"/>
                  </a:lnTo>
                  <a:lnTo>
                    <a:pt x="488950" y="1350010"/>
                  </a:lnTo>
                  <a:lnTo>
                    <a:pt x="495300" y="1329689"/>
                  </a:lnTo>
                  <a:lnTo>
                    <a:pt x="502919" y="1282700"/>
                  </a:lnTo>
                  <a:lnTo>
                    <a:pt x="508000" y="1224280"/>
                  </a:lnTo>
                  <a:lnTo>
                    <a:pt x="510539" y="1156970"/>
                  </a:lnTo>
                  <a:lnTo>
                    <a:pt x="510539" y="1066800"/>
                  </a:lnTo>
                  <a:lnTo>
                    <a:pt x="509269" y="1018539"/>
                  </a:lnTo>
                  <a:lnTo>
                    <a:pt x="505460" y="974089"/>
                  </a:lnTo>
                  <a:lnTo>
                    <a:pt x="501650" y="933450"/>
                  </a:lnTo>
                  <a:lnTo>
                    <a:pt x="485140" y="847089"/>
                  </a:lnTo>
                  <a:lnTo>
                    <a:pt x="467359" y="795019"/>
                  </a:lnTo>
                  <a:lnTo>
                    <a:pt x="445769" y="755650"/>
                  </a:lnTo>
                  <a:lnTo>
                    <a:pt x="406400" y="697229"/>
                  </a:lnTo>
                  <a:lnTo>
                    <a:pt x="381000" y="665479"/>
                  </a:lnTo>
                  <a:lnTo>
                    <a:pt x="351790" y="632460"/>
                  </a:lnTo>
                  <a:lnTo>
                    <a:pt x="284480" y="560070"/>
                  </a:lnTo>
                  <a:lnTo>
                    <a:pt x="271780" y="546100"/>
                  </a:lnTo>
                  <a:lnTo>
                    <a:pt x="260350" y="534670"/>
                  </a:lnTo>
                  <a:lnTo>
                    <a:pt x="251459" y="521970"/>
                  </a:lnTo>
                  <a:lnTo>
                    <a:pt x="242569" y="511810"/>
                  </a:lnTo>
                  <a:lnTo>
                    <a:pt x="222250" y="474979"/>
                  </a:lnTo>
                  <a:lnTo>
                    <a:pt x="213359" y="424179"/>
                  </a:lnTo>
                  <a:lnTo>
                    <a:pt x="210819" y="410210"/>
                  </a:lnTo>
                  <a:lnTo>
                    <a:pt x="210819" y="394970"/>
                  </a:lnTo>
                  <a:lnTo>
                    <a:pt x="209550" y="377189"/>
                  </a:lnTo>
                  <a:lnTo>
                    <a:pt x="209550" y="346710"/>
                  </a:lnTo>
                  <a:lnTo>
                    <a:pt x="210819" y="332739"/>
                  </a:lnTo>
                  <a:lnTo>
                    <a:pt x="210819" y="321310"/>
                  </a:lnTo>
                  <a:lnTo>
                    <a:pt x="213359" y="299720"/>
                  </a:lnTo>
                  <a:lnTo>
                    <a:pt x="215900" y="290829"/>
                  </a:lnTo>
                  <a:lnTo>
                    <a:pt x="217169" y="283210"/>
                  </a:lnTo>
                  <a:lnTo>
                    <a:pt x="222250" y="267970"/>
                  </a:lnTo>
                  <a:lnTo>
                    <a:pt x="224790" y="265429"/>
                  </a:lnTo>
                  <a:lnTo>
                    <a:pt x="227330" y="260350"/>
                  </a:lnTo>
                  <a:lnTo>
                    <a:pt x="231140" y="256539"/>
                  </a:lnTo>
                  <a:lnTo>
                    <a:pt x="232409" y="254000"/>
                  </a:lnTo>
                  <a:lnTo>
                    <a:pt x="234950" y="252729"/>
                  </a:lnTo>
                  <a:lnTo>
                    <a:pt x="236219" y="251460"/>
                  </a:lnTo>
                  <a:lnTo>
                    <a:pt x="241300" y="248920"/>
                  </a:lnTo>
                  <a:lnTo>
                    <a:pt x="242569" y="248920"/>
                  </a:lnTo>
                  <a:lnTo>
                    <a:pt x="245109" y="247650"/>
                  </a:lnTo>
                  <a:lnTo>
                    <a:pt x="255269" y="247650"/>
                  </a:lnTo>
                  <a:lnTo>
                    <a:pt x="259080" y="248920"/>
                  </a:lnTo>
                  <a:lnTo>
                    <a:pt x="260350" y="248920"/>
                  </a:lnTo>
                  <a:lnTo>
                    <a:pt x="262890" y="250189"/>
                  </a:lnTo>
                  <a:lnTo>
                    <a:pt x="264159" y="251460"/>
                  </a:lnTo>
                  <a:lnTo>
                    <a:pt x="266700" y="252729"/>
                  </a:lnTo>
                  <a:lnTo>
                    <a:pt x="269240" y="255270"/>
                  </a:lnTo>
                  <a:lnTo>
                    <a:pt x="270509" y="257810"/>
                  </a:lnTo>
                  <a:lnTo>
                    <a:pt x="271780" y="259079"/>
                  </a:lnTo>
                  <a:lnTo>
                    <a:pt x="273050" y="261620"/>
                  </a:lnTo>
                  <a:lnTo>
                    <a:pt x="274319" y="262889"/>
                  </a:lnTo>
                  <a:lnTo>
                    <a:pt x="278130" y="270510"/>
                  </a:lnTo>
                  <a:lnTo>
                    <a:pt x="278130" y="274320"/>
                  </a:lnTo>
                  <a:lnTo>
                    <a:pt x="280669" y="281939"/>
                  </a:lnTo>
                  <a:lnTo>
                    <a:pt x="281940" y="290829"/>
                  </a:lnTo>
                  <a:lnTo>
                    <a:pt x="283209" y="302260"/>
                  </a:lnTo>
                  <a:lnTo>
                    <a:pt x="283209" y="314960"/>
                  </a:lnTo>
                  <a:lnTo>
                    <a:pt x="284480" y="330200"/>
                  </a:lnTo>
                  <a:lnTo>
                    <a:pt x="284480" y="472439"/>
                  </a:lnTo>
                  <a:lnTo>
                    <a:pt x="492759" y="472439"/>
                  </a:lnTo>
                  <a:lnTo>
                    <a:pt x="492759" y="415289"/>
                  </a:lnTo>
                  <a:lnTo>
                    <a:pt x="491490" y="334010"/>
                  </a:lnTo>
                  <a:lnTo>
                    <a:pt x="488950" y="298450"/>
                  </a:lnTo>
                  <a:lnTo>
                    <a:pt x="487680" y="266700"/>
                  </a:lnTo>
                  <a:lnTo>
                    <a:pt x="481330" y="210820"/>
                  </a:lnTo>
                  <a:lnTo>
                    <a:pt x="472440" y="167639"/>
                  </a:lnTo>
                  <a:lnTo>
                    <a:pt x="463550" y="142239"/>
                  </a:lnTo>
                  <a:lnTo>
                    <a:pt x="455930" y="124460"/>
                  </a:lnTo>
                  <a:lnTo>
                    <a:pt x="431800" y="86360"/>
                  </a:lnTo>
                  <a:lnTo>
                    <a:pt x="391159" y="46989"/>
                  </a:lnTo>
                  <a:lnTo>
                    <a:pt x="341630" y="17779"/>
                  </a:lnTo>
                  <a:lnTo>
                    <a:pt x="304800" y="6350"/>
                  </a:lnTo>
                  <a:lnTo>
                    <a:pt x="284480" y="2539"/>
                  </a:lnTo>
                  <a:lnTo>
                    <a:pt x="264159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1123950" y="2908299"/>
              <a:ext cx="510540" cy="1524000"/>
            </a:xfrm>
            <a:custGeom>
              <a:avLst/>
              <a:gdLst/>
              <a:ahLst/>
              <a:cxnLst/>
              <a:rect l="l" t="t" r="r" b="b"/>
              <a:pathLst>
                <a:path w="510539" h="1524000">
                  <a:moveTo>
                    <a:pt x="492759" y="472439"/>
                  </a:moveTo>
                  <a:lnTo>
                    <a:pt x="284480" y="472439"/>
                  </a:lnTo>
                  <a:lnTo>
                    <a:pt x="284480" y="364489"/>
                  </a:lnTo>
                  <a:lnTo>
                    <a:pt x="284480" y="330200"/>
                  </a:lnTo>
                  <a:lnTo>
                    <a:pt x="283209" y="314960"/>
                  </a:lnTo>
                  <a:lnTo>
                    <a:pt x="283209" y="302260"/>
                  </a:lnTo>
                  <a:lnTo>
                    <a:pt x="281940" y="290829"/>
                  </a:lnTo>
                  <a:lnTo>
                    <a:pt x="280669" y="281939"/>
                  </a:lnTo>
                  <a:lnTo>
                    <a:pt x="279400" y="278129"/>
                  </a:lnTo>
                  <a:lnTo>
                    <a:pt x="278130" y="274320"/>
                  </a:lnTo>
                  <a:lnTo>
                    <a:pt x="278130" y="270510"/>
                  </a:lnTo>
                  <a:lnTo>
                    <a:pt x="276859" y="267970"/>
                  </a:lnTo>
                  <a:lnTo>
                    <a:pt x="275590" y="265429"/>
                  </a:lnTo>
                  <a:lnTo>
                    <a:pt x="274319" y="262889"/>
                  </a:lnTo>
                  <a:lnTo>
                    <a:pt x="273050" y="261620"/>
                  </a:lnTo>
                  <a:lnTo>
                    <a:pt x="271780" y="259079"/>
                  </a:lnTo>
                  <a:lnTo>
                    <a:pt x="270509" y="257810"/>
                  </a:lnTo>
                  <a:lnTo>
                    <a:pt x="269240" y="255270"/>
                  </a:lnTo>
                  <a:lnTo>
                    <a:pt x="267969" y="254000"/>
                  </a:lnTo>
                  <a:lnTo>
                    <a:pt x="266700" y="252729"/>
                  </a:lnTo>
                  <a:lnTo>
                    <a:pt x="264159" y="251460"/>
                  </a:lnTo>
                  <a:lnTo>
                    <a:pt x="262890" y="250189"/>
                  </a:lnTo>
                  <a:lnTo>
                    <a:pt x="260350" y="248920"/>
                  </a:lnTo>
                  <a:lnTo>
                    <a:pt x="259080" y="248920"/>
                  </a:lnTo>
                  <a:lnTo>
                    <a:pt x="255269" y="247650"/>
                  </a:lnTo>
                  <a:lnTo>
                    <a:pt x="250190" y="247650"/>
                  </a:lnTo>
                  <a:lnTo>
                    <a:pt x="247650" y="247650"/>
                  </a:lnTo>
                  <a:lnTo>
                    <a:pt x="245109" y="247650"/>
                  </a:lnTo>
                  <a:lnTo>
                    <a:pt x="242569" y="248920"/>
                  </a:lnTo>
                  <a:lnTo>
                    <a:pt x="241300" y="248920"/>
                  </a:lnTo>
                  <a:lnTo>
                    <a:pt x="238759" y="250189"/>
                  </a:lnTo>
                  <a:lnTo>
                    <a:pt x="236219" y="251460"/>
                  </a:lnTo>
                  <a:lnTo>
                    <a:pt x="234950" y="252729"/>
                  </a:lnTo>
                  <a:lnTo>
                    <a:pt x="232409" y="254000"/>
                  </a:lnTo>
                  <a:lnTo>
                    <a:pt x="231140" y="256539"/>
                  </a:lnTo>
                  <a:lnTo>
                    <a:pt x="228600" y="259079"/>
                  </a:lnTo>
                  <a:lnTo>
                    <a:pt x="227330" y="260350"/>
                  </a:lnTo>
                  <a:lnTo>
                    <a:pt x="226059" y="262889"/>
                  </a:lnTo>
                  <a:lnTo>
                    <a:pt x="224790" y="265429"/>
                  </a:lnTo>
                  <a:lnTo>
                    <a:pt x="222250" y="267970"/>
                  </a:lnTo>
                  <a:lnTo>
                    <a:pt x="220980" y="271779"/>
                  </a:lnTo>
                  <a:lnTo>
                    <a:pt x="219709" y="275589"/>
                  </a:lnTo>
                  <a:lnTo>
                    <a:pt x="218440" y="279400"/>
                  </a:lnTo>
                  <a:lnTo>
                    <a:pt x="217169" y="283210"/>
                  </a:lnTo>
                  <a:lnTo>
                    <a:pt x="215900" y="290829"/>
                  </a:lnTo>
                  <a:lnTo>
                    <a:pt x="213359" y="299720"/>
                  </a:lnTo>
                  <a:lnTo>
                    <a:pt x="212090" y="309879"/>
                  </a:lnTo>
                  <a:lnTo>
                    <a:pt x="210819" y="321310"/>
                  </a:lnTo>
                  <a:lnTo>
                    <a:pt x="210819" y="332739"/>
                  </a:lnTo>
                  <a:lnTo>
                    <a:pt x="209550" y="346710"/>
                  </a:lnTo>
                  <a:lnTo>
                    <a:pt x="209550" y="359410"/>
                  </a:lnTo>
                  <a:lnTo>
                    <a:pt x="209550" y="377189"/>
                  </a:lnTo>
                  <a:lnTo>
                    <a:pt x="210819" y="394970"/>
                  </a:lnTo>
                  <a:lnTo>
                    <a:pt x="210819" y="410210"/>
                  </a:lnTo>
                  <a:lnTo>
                    <a:pt x="213359" y="424179"/>
                  </a:lnTo>
                  <a:lnTo>
                    <a:pt x="214630" y="438150"/>
                  </a:lnTo>
                  <a:lnTo>
                    <a:pt x="215900" y="449579"/>
                  </a:lnTo>
                  <a:lnTo>
                    <a:pt x="218440" y="461010"/>
                  </a:lnTo>
                  <a:lnTo>
                    <a:pt x="219709" y="466089"/>
                  </a:lnTo>
                  <a:lnTo>
                    <a:pt x="220980" y="471170"/>
                  </a:lnTo>
                  <a:lnTo>
                    <a:pt x="222250" y="474979"/>
                  </a:lnTo>
                  <a:lnTo>
                    <a:pt x="224790" y="480060"/>
                  </a:lnTo>
                  <a:lnTo>
                    <a:pt x="227330" y="485139"/>
                  </a:lnTo>
                  <a:lnTo>
                    <a:pt x="229869" y="490220"/>
                  </a:lnTo>
                  <a:lnTo>
                    <a:pt x="234950" y="500379"/>
                  </a:lnTo>
                  <a:lnTo>
                    <a:pt x="242569" y="511810"/>
                  </a:lnTo>
                  <a:lnTo>
                    <a:pt x="251459" y="521970"/>
                  </a:lnTo>
                  <a:lnTo>
                    <a:pt x="260350" y="534670"/>
                  </a:lnTo>
                  <a:lnTo>
                    <a:pt x="271780" y="546100"/>
                  </a:lnTo>
                  <a:lnTo>
                    <a:pt x="284480" y="560070"/>
                  </a:lnTo>
                  <a:lnTo>
                    <a:pt x="351790" y="632460"/>
                  </a:lnTo>
                  <a:lnTo>
                    <a:pt x="381000" y="665479"/>
                  </a:lnTo>
                  <a:lnTo>
                    <a:pt x="406400" y="697229"/>
                  </a:lnTo>
                  <a:lnTo>
                    <a:pt x="445769" y="755650"/>
                  </a:lnTo>
                  <a:lnTo>
                    <a:pt x="467359" y="795019"/>
                  </a:lnTo>
                  <a:lnTo>
                    <a:pt x="481330" y="833119"/>
                  </a:lnTo>
                  <a:lnTo>
                    <a:pt x="488950" y="863600"/>
                  </a:lnTo>
                  <a:lnTo>
                    <a:pt x="496569" y="896619"/>
                  </a:lnTo>
                  <a:lnTo>
                    <a:pt x="501650" y="933450"/>
                  </a:lnTo>
                  <a:lnTo>
                    <a:pt x="505460" y="974089"/>
                  </a:lnTo>
                  <a:lnTo>
                    <a:pt x="509269" y="1018539"/>
                  </a:lnTo>
                  <a:lnTo>
                    <a:pt x="510539" y="1066800"/>
                  </a:lnTo>
                  <a:lnTo>
                    <a:pt x="510539" y="1118870"/>
                  </a:lnTo>
                  <a:lnTo>
                    <a:pt x="510539" y="1156970"/>
                  </a:lnTo>
                  <a:lnTo>
                    <a:pt x="508000" y="1224280"/>
                  </a:lnTo>
                  <a:lnTo>
                    <a:pt x="502919" y="1282700"/>
                  </a:lnTo>
                  <a:lnTo>
                    <a:pt x="495300" y="1329689"/>
                  </a:lnTo>
                  <a:lnTo>
                    <a:pt x="488950" y="1350010"/>
                  </a:lnTo>
                  <a:lnTo>
                    <a:pt x="486409" y="1358900"/>
                  </a:lnTo>
                  <a:lnTo>
                    <a:pt x="467359" y="1402080"/>
                  </a:lnTo>
                  <a:lnTo>
                    <a:pt x="434340" y="1446530"/>
                  </a:lnTo>
                  <a:lnTo>
                    <a:pt x="421640" y="1460500"/>
                  </a:lnTo>
                  <a:lnTo>
                    <a:pt x="391159" y="1484630"/>
                  </a:lnTo>
                  <a:lnTo>
                    <a:pt x="356869" y="1503680"/>
                  </a:lnTo>
                  <a:lnTo>
                    <a:pt x="302259" y="1520189"/>
                  </a:lnTo>
                  <a:lnTo>
                    <a:pt x="262890" y="1524000"/>
                  </a:lnTo>
                  <a:lnTo>
                    <a:pt x="241300" y="1522730"/>
                  </a:lnTo>
                  <a:lnTo>
                    <a:pt x="199390" y="1515110"/>
                  </a:lnTo>
                  <a:lnTo>
                    <a:pt x="161290" y="1501139"/>
                  </a:lnTo>
                  <a:lnTo>
                    <a:pt x="125730" y="1479550"/>
                  </a:lnTo>
                  <a:lnTo>
                    <a:pt x="95250" y="1450339"/>
                  </a:lnTo>
                  <a:lnTo>
                    <a:pt x="68580" y="1417320"/>
                  </a:lnTo>
                  <a:lnTo>
                    <a:pt x="48259" y="1381760"/>
                  </a:lnTo>
                  <a:lnTo>
                    <a:pt x="31750" y="1341120"/>
                  </a:lnTo>
                  <a:lnTo>
                    <a:pt x="29209" y="1329689"/>
                  </a:lnTo>
                  <a:lnTo>
                    <a:pt x="26669" y="1318260"/>
                  </a:lnTo>
                  <a:lnTo>
                    <a:pt x="22859" y="1295400"/>
                  </a:lnTo>
                  <a:lnTo>
                    <a:pt x="17780" y="1268730"/>
                  </a:lnTo>
                  <a:lnTo>
                    <a:pt x="15240" y="1240789"/>
                  </a:lnTo>
                  <a:lnTo>
                    <a:pt x="12700" y="1210310"/>
                  </a:lnTo>
                  <a:lnTo>
                    <a:pt x="10159" y="1177289"/>
                  </a:lnTo>
                  <a:lnTo>
                    <a:pt x="8890" y="1143000"/>
                  </a:lnTo>
                  <a:lnTo>
                    <a:pt x="7619" y="1064260"/>
                  </a:lnTo>
                  <a:lnTo>
                    <a:pt x="7619" y="969010"/>
                  </a:lnTo>
                  <a:lnTo>
                    <a:pt x="214630" y="969010"/>
                  </a:lnTo>
                  <a:lnTo>
                    <a:pt x="214630" y="1146810"/>
                  </a:lnTo>
                  <a:lnTo>
                    <a:pt x="215900" y="1183639"/>
                  </a:lnTo>
                  <a:lnTo>
                    <a:pt x="215900" y="1200150"/>
                  </a:lnTo>
                  <a:lnTo>
                    <a:pt x="217169" y="1214120"/>
                  </a:lnTo>
                  <a:lnTo>
                    <a:pt x="218440" y="1226820"/>
                  </a:lnTo>
                  <a:lnTo>
                    <a:pt x="219709" y="1236980"/>
                  </a:lnTo>
                  <a:lnTo>
                    <a:pt x="220980" y="1242060"/>
                  </a:lnTo>
                  <a:lnTo>
                    <a:pt x="220980" y="1245870"/>
                  </a:lnTo>
                  <a:lnTo>
                    <a:pt x="222250" y="1249680"/>
                  </a:lnTo>
                  <a:lnTo>
                    <a:pt x="223519" y="1252220"/>
                  </a:lnTo>
                  <a:lnTo>
                    <a:pt x="224790" y="1256030"/>
                  </a:lnTo>
                  <a:lnTo>
                    <a:pt x="226059" y="1258570"/>
                  </a:lnTo>
                  <a:lnTo>
                    <a:pt x="227330" y="1259839"/>
                  </a:lnTo>
                  <a:lnTo>
                    <a:pt x="228600" y="1262380"/>
                  </a:lnTo>
                  <a:lnTo>
                    <a:pt x="229869" y="1264920"/>
                  </a:lnTo>
                  <a:lnTo>
                    <a:pt x="232409" y="1266189"/>
                  </a:lnTo>
                  <a:lnTo>
                    <a:pt x="233680" y="1268730"/>
                  </a:lnTo>
                  <a:lnTo>
                    <a:pt x="236219" y="1270000"/>
                  </a:lnTo>
                  <a:lnTo>
                    <a:pt x="237490" y="1271270"/>
                  </a:lnTo>
                  <a:lnTo>
                    <a:pt x="240030" y="1272539"/>
                  </a:lnTo>
                  <a:lnTo>
                    <a:pt x="241300" y="1273810"/>
                  </a:lnTo>
                  <a:lnTo>
                    <a:pt x="243840" y="1275080"/>
                  </a:lnTo>
                  <a:lnTo>
                    <a:pt x="248919" y="1275080"/>
                  </a:lnTo>
                  <a:lnTo>
                    <a:pt x="255269" y="1275080"/>
                  </a:lnTo>
                  <a:lnTo>
                    <a:pt x="257809" y="1275080"/>
                  </a:lnTo>
                  <a:lnTo>
                    <a:pt x="260350" y="1275080"/>
                  </a:lnTo>
                  <a:lnTo>
                    <a:pt x="262890" y="1275080"/>
                  </a:lnTo>
                  <a:lnTo>
                    <a:pt x="265430" y="1273810"/>
                  </a:lnTo>
                  <a:lnTo>
                    <a:pt x="267969" y="1272539"/>
                  </a:lnTo>
                  <a:lnTo>
                    <a:pt x="270509" y="1271270"/>
                  </a:lnTo>
                  <a:lnTo>
                    <a:pt x="271780" y="1270000"/>
                  </a:lnTo>
                  <a:lnTo>
                    <a:pt x="274319" y="1268730"/>
                  </a:lnTo>
                  <a:lnTo>
                    <a:pt x="275590" y="1266189"/>
                  </a:lnTo>
                  <a:lnTo>
                    <a:pt x="278130" y="1263650"/>
                  </a:lnTo>
                  <a:lnTo>
                    <a:pt x="279400" y="1261110"/>
                  </a:lnTo>
                  <a:lnTo>
                    <a:pt x="281940" y="1258570"/>
                  </a:lnTo>
                  <a:lnTo>
                    <a:pt x="283209" y="1256030"/>
                  </a:lnTo>
                  <a:lnTo>
                    <a:pt x="284480" y="1253489"/>
                  </a:lnTo>
                  <a:lnTo>
                    <a:pt x="285750" y="1249680"/>
                  </a:lnTo>
                  <a:lnTo>
                    <a:pt x="287019" y="1245870"/>
                  </a:lnTo>
                  <a:lnTo>
                    <a:pt x="289559" y="1242060"/>
                  </a:lnTo>
                  <a:lnTo>
                    <a:pt x="289559" y="1238250"/>
                  </a:lnTo>
                  <a:lnTo>
                    <a:pt x="292100" y="1229360"/>
                  </a:lnTo>
                  <a:lnTo>
                    <a:pt x="294640" y="1219200"/>
                  </a:lnTo>
                  <a:lnTo>
                    <a:pt x="295909" y="1209039"/>
                  </a:lnTo>
                  <a:lnTo>
                    <a:pt x="297180" y="1197610"/>
                  </a:lnTo>
                  <a:lnTo>
                    <a:pt x="298450" y="1184910"/>
                  </a:lnTo>
                  <a:lnTo>
                    <a:pt x="298450" y="1172210"/>
                  </a:lnTo>
                  <a:lnTo>
                    <a:pt x="298450" y="1158239"/>
                  </a:lnTo>
                  <a:lnTo>
                    <a:pt x="298450" y="1126489"/>
                  </a:lnTo>
                  <a:lnTo>
                    <a:pt x="297180" y="1098550"/>
                  </a:lnTo>
                  <a:lnTo>
                    <a:pt x="295909" y="1073150"/>
                  </a:lnTo>
                  <a:lnTo>
                    <a:pt x="293369" y="1051560"/>
                  </a:lnTo>
                  <a:lnTo>
                    <a:pt x="290830" y="1031239"/>
                  </a:lnTo>
                  <a:lnTo>
                    <a:pt x="288290" y="1022350"/>
                  </a:lnTo>
                  <a:lnTo>
                    <a:pt x="287019" y="1014730"/>
                  </a:lnTo>
                  <a:lnTo>
                    <a:pt x="284480" y="1007110"/>
                  </a:lnTo>
                  <a:lnTo>
                    <a:pt x="281940" y="1000760"/>
                  </a:lnTo>
                  <a:lnTo>
                    <a:pt x="280669" y="994410"/>
                  </a:lnTo>
                  <a:lnTo>
                    <a:pt x="278130" y="989330"/>
                  </a:lnTo>
                  <a:lnTo>
                    <a:pt x="271780" y="979169"/>
                  </a:lnTo>
                  <a:lnTo>
                    <a:pt x="262890" y="965200"/>
                  </a:lnTo>
                  <a:lnTo>
                    <a:pt x="254000" y="951230"/>
                  </a:lnTo>
                  <a:lnTo>
                    <a:pt x="241300" y="935989"/>
                  </a:lnTo>
                  <a:lnTo>
                    <a:pt x="210819" y="899160"/>
                  </a:lnTo>
                  <a:lnTo>
                    <a:pt x="173990" y="855980"/>
                  </a:lnTo>
                  <a:lnTo>
                    <a:pt x="135890" y="812800"/>
                  </a:lnTo>
                  <a:lnTo>
                    <a:pt x="104140" y="774700"/>
                  </a:lnTo>
                  <a:lnTo>
                    <a:pt x="80009" y="744219"/>
                  </a:lnTo>
                  <a:lnTo>
                    <a:pt x="63500" y="718819"/>
                  </a:lnTo>
                  <a:lnTo>
                    <a:pt x="55880" y="708660"/>
                  </a:lnTo>
                  <a:lnTo>
                    <a:pt x="49530" y="695960"/>
                  </a:lnTo>
                  <a:lnTo>
                    <a:pt x="44450" y="683260"/>
                  </a:lnTo>
                  <a:lnTo>
                    <a:pt x="38100" y="669289"/>
                  </a:lnTo>
                  <a:lnTo>
                    <a:pt x="33019" y="654050"/>
                  </a:lnTo>
                  <a:lnTo>
                    <a:pt x="27940" y="637539"/>
                  </a:lnTo>
                  <a:lnTo>
                    <a:pt x="22859" y="621029"/>
                  </a:lnTo>
                  <a:lnTo>
                    <a:pt x="13969" y="582929"/>
                  </a:lnTo>
                  <a:lnTo>
                    <a:pt x="7619" y="541020"/>
                  </a:lnTo>
                  <a:lnTo>
                    <a:pt x="5080" y="516889"/>
                  </a:lnTo>
                  <a:lnTo>
                    <a:pt x="2540" y="492760"/>
                  </a:lnTo>
                  <a:lnTo>
                    <a:pt x="1269" y="466089"/>
                  </a:lnTo>
                  <a:lnTo>
                    <a:pt x="1269" y="439420"/>
                  </a:lnTo>
                  <a:lnTo>
                    <a:pt x="0" y="410210"/>
                  </a:lnTo>
                  <a:lnTo>
                    <a:pt x="1269" y="369570"/>
                  </a:lnTo>
                  <a:lnTo>
                    <a:pt x="1269" y="331470"/>
                  </a:lnTo>
                  <a:lnTo>
                    <a:pt x="3809" y="297179"/>
                  </a:lnTo>
                  <a:lnTo>
                    <a:pt x="10159" y="234950"/>
                  </a:lnTo>
                  <a:lnTo>
                    <a:pt x="20319" y="185420"/>
                  </a:lnTo>
                  <a:lnTo>
                    <a:pt x="22859" y="175260"/>
                  </a:lnTo>
                  <a:lnTo>
                    <a:pt x="25400" y="165100"/>
                  </a:lnTo>
                  <a:lnTo>
                    <a:pt x="31750" y="146050"/>
                  </a:lnTo>
                  <a:lnTo>
                    <a:pt x="39369" y="128270"/>
                  </a:lnTo>
                  <a:lnTo>
                    <a:pt x="49530" y="111760"/>
                  </a:lnTo>
                  <a:lnTo>
                    <a:pt x="58419" y="96520"/>
                  </a:lnTo>
                  <a:lnTo>
                    <a:pt x="93980" y="54610"/>
                  </a:lnTo>
                  <a:lnTo>
                    <a:pt x="137159" y="24129"/>
                  </a:lnTo>
                  <a:lnTo>
                    <a:pt x="186690" y="6350"/>
                  </a:lnTo>
                  <a:lnTo>
                    <a:pt x="204469" y="2539"/>
                  </a:lnTo>
                  <a:lnTo>
                    <a:pt x="223519" y="0"/>
                  </a:lnTo>
                  <a:lnTo>
                    <a:pt x="242569" y="0"/>
                  </a:lnTo>
                  <a:lnTo>
                    <a:pt x="264159" y="0"/>
                  </a:lnTo>
                  <a:lnTo>
                    <a:pt x="304800" y="6350"/>
                  </a:lnTo>
                  <a:lnTo>
                    <a:pt x="341630" y="17779"/>
                  </a:lnTo>
                  <a:lnTo>
                    <a:pt x="375919" y="35560"/>
                  </a:lnTo>
                  <a:lnTo>
                    <a:pt x="406400" y="59689"/>
                  </a:lnTo>
                  <a:lnTo>
                    <a:pt x="441959" y="101600"/>
                  </a:lnTo>
                  <a:lnTo>
                    <a:pt x="452119" y="116839"/>
                  </a:lnTo>
                  <a:lnTo>
                    <a:pt x="455930" y="124460"/>
                  </a:lnTo>
                  <a:lnTo>
                    <a:pt x="459740" y="133350"/>
                  </a:lnTo>
                  <a:lnTo>
                    <a:pt x="463550" y="142239"/>
                  </a:lnTo>
                  <a:lnTo>
                    <a:pt x="467359" y="149860"/>
                  </a:lnTo>
                  <a:lnTo>
                    <a:pt x="469900" y="158750"/>
                  </a:lnTo>
                  <a:lnTo>
                    <a:pt x="472440" y="167639"/>
                  </a:lnTo>
                  <a:lnTo>
                    <a:pt x="481330" y="210820"/>
                  </a:lnTo>
                  <a:lnTo>
                    <a:pt x="487680" y="266700"/>
                  </a:lnTo>
                  <a:lnTo>
                    <a:pt x="488950" y="298450"/>
                  </a:lnTo>
                  <a:lnTo>
                    <a:pt x="491490" y="334010"/>
                  </a:lnTo>
                  <a:lnTo>
                    <a:pt x="492759" y="415289"/>
                  </a:lnTo>
                  <a:lnTo>
                    <a:pt x="492759" y="472439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9" name="object 389"/>
          <p:cNvGrpSpPr/>
          <p:nvPr/>
        </p:nvGrpSpPr>
        <p:grpSpPr>
          <a:xfrm>
            <a:off x="1657985" y="2928620"/>
            <a:ext cx="1057275" cy="1482090"/>
            <a:chOff x="1657985" y="2928620"/>
            <a:chExt cx="1057275" cy="1482090"/>
          </a:xfrm>
        </p:grpSpPr>
        <p:sp>
          <p:nvSpPr>
            <p:cNvPr id="390" name="object 390"/>
            <p:cNvSpPr/>
            <p:nvPr/>
          </p:nvSpPr>
          <p:spPr>
            <a:xfrm>
              <a:off x="1667510" y="2938779"/>
              <a:ext cx="487680" cy="1461770"/>
            </a:xfrm>
            <a:custGeom>
              <a:avLst/>
              <a:gdLst/>
              <a:ahLst/>
              <a:cxnLst/>
              <a:rect l="l" t="t" r="r" b="b"/>
              <a:pathLst>
                <a:path w="487680" h="1461770">
                  <a:moveTo>
                    <a:pt x="487680" y="0"/>
                  </a:moveTo>
                  <a:lnTo>
                    <a:pt x="474980" y="0"/>
                  </a:lnTo>
                  <a:lnTo>
                    <a:pt x="474980" y="279400"/>
                  </a:lnTo>
                  <a:lnTo>
                    <a:pt x="0" y="279400"/>
                  </a:lnTo>
                  <a:lnTo>
                    <a:pt x="0" y="292100"/>
                  </a:lnTo>
                  <a:lnTo>
                    <a:pt x="132080" y="292100"/>
                  </a:lnTo>
                  <a:lnTo>
                    <a:pt x="132080" y="1449070"/>
                  </a:lnTo>
                  <a:lnTo>
                    <a:pt x="132080" y="1461770"/>
                  </a:lnTo>
                  <a:lnTo>
                    <a:pt x="355600" y="1461770"/>
                  </a:lnTo>
                  <a:lnTo>
                    <a:pt x="355600" y="1449070"/>
                  </a:lnTo>
                  <a:lnTo>
                    <a:pt x="355600" y="292100"/>
                  </a:lnTo>
                  <a:lnTo>
                    <a:pt x="487680" y="292100"/>
                  </a:lnTo>
                  <a:lnTo>
                    <a:pt x="487680" y="279400"/>
                  </a:lnTo>
                  <a:lnTo>
                    <a:pt x="487680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1667509" y="2938780"/>
              <a:ext cx="487680" cy="1461770"/>
            </a:xfrm>
            <a:custGeom>
              <a:avLst/>
              <a:gdLst/>
              <a:ahLst/>
              <a:cxnLst/>
              <a:rect l="l" t="t" r="r" b="b"/>
              <a:pathLst>
                <a:path w="487680" h="1461770">
                  <a:moveTo>
                    <a:pt x="487679" y="0"/>
                  </a:moveTo>
                  <a:lnTo>
                    <a:pt x="487679" y="292100"/>
                  </a:lnTo>
                  <a:lnTo>
                    <a:pt x="355600" y="292100"/>
                  </a:lnTo>
                  <a:lnTo>
                    <a:pt x="355600" y="1461770"/>
                  </a:lnTo>
                  <a:lnTo>
                    <a:pt x="132079" y="1461770"/>
                  </a:lnTo>
                  <a:lnTo>
                    <a:pt x="132079" y="292100"/>
                  </a:lnTo>
                  <a:lnTo>
                    <a:pt x="0" y="292100"/>
                  </a:lnTo>
                  <a:lnTo>
                    <a:pt x="0" y="0"/>
                  </a:lnTo>
                  <a:lnTo>
                    <a:pt x="487679" y="0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2205990" y="2928619"/>
              <a:ext cx="509270" cy="1471930"/>
            </a:xfrm>
            <a:custGeom>
              <a:avLst/>
              <a:gdLst/>
              <a:ahLst/>
              <a:cxnLst/>
              <a:rect l="l" t="t" r="r" b="b"/>
              <a:pathLst>
                <a:path w="509269" h="1471929">
                  <a:moveTo>
                    <a:pt x="509270" y="408940"/>
                  </a:moveTo>
                  <a:lnTo>
                    <a:pt x="508000" y="363220"/>
                  </a:lnTo>
                  <a:lnTo>
                    <a:pt x="506730" y="321310"/>
                  </a:lnTo>
                  <a:lnTo>
                    <a:pt x="504190" y="281940"/>
                  </a:lnTo>
                  <a:lnTo>
                    <a:pt x="500380" y="246380"/>
                  </a:lnTo>
                  <a:lnTo>
                    <a:pt x="500380" y="245110"/>
                  </a:lnTo>
                  <a:lnTo>
                    <a:pt x="495300" y="213360"/>
                  </a:lnTo>
                  <a:lnTo>
                    <a:pt x="485152" y="214718"/>
                  </a:lnTo>
                  <a:lnTo>
                    <a:pt x="495300" y="213360"/>
                  </a:lnTo>
                  <a:lnTo>
                    <a:pt x="488950" y="182880"/>
                  </a:lnTo>
                  <a:lnTo>
                    <a:pt x="485140" y="168910"/>
                  </a:lnTo>
                  <a:lnTo>
                    <a:pt x="482600" y="156210"/>
                  </a:lnTo>
                  <a:lnTo>
                    <a:pt x="481330" y="156210"/>
                  </a:lnTo>
                  <a:lnTo>
                    <a:pt x="477520" y="144780"/>
                  </a:lnTo>
                  <a:lnTo>
                    <a:pt x="477520" y="143510"/>
                  </a:lnTo>
                  <a:lnTo>
                    <a:pt x="473710" y="133350"/>
                  </a:lnTo>
                  <a:lnTo>
                    <a:pt x="473710" y="132080"/>
                  </a:lnTo>
                  <a:lnTo>
                    <a:pt x="463550" y="111760"/>
                  </a:lnTo>
                  <a:lnTo>
                    <a:pt x="453390" y="92710"/>
                  </a:lnTo>
                  <a:lnTo>
                    <a:pt x="443230" y="76200"/>
                  </a:lnTo>
                  <a:lnTo>
                    <a:pt x="441960" y="76200"/>
                  </a:lnTo>
                  <a:lnTo>
                    <a:pt x="431800" y="60960"/>
                  </a:lnTo>
                  <a:lnTo>
                    <a:pt x="430530" y="60960"/>
                  </a:lnTo>
                  <a:lnTo>
                    <a:pt x="430530" y="59690"/>
                  </a:lnTo>
                  <a:lnTo>
                    <a:pt x="417830" y="48260"/>
                  </a:lnTo>
                  <a:lnTo>
                    <a:pt x="406400" y="36830"/>
                  </a:lnTo>
                  <a:lnTo>
                    <a:pt x="405130" y="36830"/>
                  </a:lnTo>
                  <a:lnTo>
                    <a:pt x="391160" y="27940"/>
                  </a:lnTo>
                  <a:lnTo>
                    <a:pt x="377190" y="21590"/>
                  </a:lnTo>
                  <a:lnTo>
                    <a:pt x="375920" y="21590"/>
                  </a:lnTo>
                  <a:lnTo>
                    <a:pt x="360680" y="16510"/>
                  </a:lnTo>
                  <a:lnTo>
                    <a:pt x="359410" y="16510"/>
                  </a:lnTo>
                  <a:lnTo>
                    <a:pt x="340360" y="11430"/>
                  </a:lnTo>
                  <a:lnTo>
                    <a:pt x="293370" y="5080"/>
                  </a:lnTo>
                  <a:lnTo>
                    <a:pt x="292100" y="5080"/>
                  </a:lnTo>
                  <a:lnTo>
                    <a:pt x="292100" y="373380"/>
                  </a:lnTo>
                  <a:lnTo>
                    <a:pt x="292100" y="453390"/>
                  </a:lnTo>
                  <a:lnTo>
                    <a:pt x="290830" y="476250"/>
                  </a:lnTo>
                  <a:lnTo>
                    <a:pt x="290830" y="496570"/>
                  </a:lnTo>
                  <a:lnTo>
                    <a:pt x="289560" y="514350"/>
                  </a:lnTo>
                  <a:lnTo>
                    <a:pt x="281940" y="558800"/>
                  </a:lnTo>
                  <a:lnTo>
                    <a:pt x="278130" y="565150"/>
                  </a:lnTo>
                  <a:lnTo>
                    <a:pt x="276860" y="567690"/>
                  </a:lnTo>
                  <a:lnTo>
                    <a:pt x="270510" y="574040"/>
                  </a:lnTo>
                  <a:lnTo>
                    <a:pt x="262890" y="577850"/>
                  </a:lnTo>
                  <a:lnTo>
                    <a:pt x="255270" y="580390"/>
                  </a:lnTo>
                  <a:lnTo>
                    <a:pt x="248920" y="582930"/>
                  </a:lnTo>
                  <a:lnTo>
                    <a:pt x="241300" y="582930"/>
                  </a:lnTo>
                  <a:lnTo>
                    <a:pt x="232410" y="585470"/>
                  </a:lnTo>
                  <a:lnTo>
                    <a:pt x="223520" y="585470"/>
                  </a:lnTo>
                  <a:lnTo>
                    <a:pt x="223520" y="260350"/>
                  </a:lnTo>
                  <a:lnTo>
                    <a:pt x="241300" y="260350"/>
                  </a:lnTo>
                  <a:lnTo>
                    <a:pt x="250190" y="262890"/>
                  </a:lnTo>
                  <a:lnTo>
                    <a:pt x="262890" y="267970"/>
                  </a:lnTo>
                  <a:lnTo>
                    <a:pt x="265430" y="270510"/>
                  </a:lnTo>
                  <a:lnTo>
                    <a:pt x="269240" y="271780"/>
                  </a:lnTo>
                  <a:lnTo>
                    <a:pt x="270510" y="274320"/>
                  </a:lnTo>
                  <a:lnTo>
                    <a:pt x="275590" y="279400"/>
                  </a:lnTo>
                  <a:lnTo>
                    <a:pt x="276860" y="281940"/>
                  </a:lnTo>
                  <a:lnTo>
                    <a:pt x="290830" y="340360"/>
                  </a:lnTo>
                  <a:lnTo>
                    <a:pt x="290830" y="356870"/>
                  </a:lnTo>
                  <a:lnTo>
                    <a:pt x="292100" y="373380"/>
                  </a:lnTo>
                  <a:lnTo>
                    <a:pt x="292100" y="5080"/>
                  </a:lnTo>
                  <a:lnTo>
                    <a:pt x="232410" y="1270"/>
                  </a:lnTo>
                  <a:lnTo>
                    <a:pt x="231140" y="1270"/>
                  </a:lnTo>
                  <a:lnTo>
                    <a:pt x="158750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9050"/>
                  </a:lnTo>
                  <a:lnTo>
                    <a:pt x="0" y="1471930"/>
                  </a:lnTo>
                  <a:lnTo>
                    <a:pt x="223520" y="1471930"/>
                  </a:lnTo>
                  <a:lnTo>
                    <a:pt x="223520" y="812800"/>
                  </a:lnTo>
                  <a:lnTo>
                    <a:pt x="234950" y="812800"/>
                  </a:lnTo>
                  <a:lnTo>
                    <a:pt x="245110" y="814070"/>
                  </a:lnTo>
                  <a:lnTo>
                    <a:pt x="254000" y="816610"/>
                  </a:lnTo>
                  <a:lnTo>
                    <a:pt x="261620" y="819150"/>
                  </a:lnTo>
                  <a:lnTo>
                    <a:pt x="264160" y="821690"/>
                  </a:lnTo>
                  <a:lnTo>
                    <a:pt x="267970" y="822960"/>
                  </a:lnTo>
                  <a:lnTo>
                    <a:pt x="273050" y="828040"/>
                  </a:lnTo>
                  <a:lnTo>
                    <a:pt x="275590" y="831850"/>
                  </a:lnTo>
                  <a:lnTo>
                    <a:pt x="278130" y="834390"/>
                  </a:lnTo>
                  <a:lnTo>
                    <a:pt x="279400" y="838200"/>
                  </a:lnTo>
                  <a:lnTo>
                    <a:pt x="280670" y="840740"/>
                  </a:lnTo>
                  <a:lnTo>
                    <a:pt x="281940" y="844550"/>
                  </a:lnTo>
                  <a:lnTo>
                    <a:pt x="285750" y="859790"/>
                  </a:lnTo>
                  <a:lnTo>
                    <a:pt x="287020" y="873760"/>
                  </a:lnTo>
                  <a:lnTo>
                    <a:pt x="289560" y="891540"/>
                  </a:lnTo>
                  <a:lnTo>
                    <a:pt x="290830" y="910590"/>
                  </a:lnTo>
                  <a:lnTo>
                    <a:pt x="290830" y="932180"/>
                  </a:lnTo>
                  <a:lnTo>
                    <a:pt x="292100" y="985520"/>
                  </a:lnTo>
                  <a:lnTo>
                    <a:pt x="292100" y="1471930"/>
                  </a:lnTo>
                  <a:lnTo>
                    <a:pt x="499110" y="1471930"/>
                  </a:lnTo>
                  <a:lnTo>
                    <a:pt x="499110" y="1007110"/>
                  </a:lnTo>
                  <a:lnTo>
                    <a:pt x="497840" y="943610"/>
                  </a:lnTo>
                  <a:lnTo>
                    <a:pt x="496570" y="897890"/>
                  </a:lnTo>
                  <a:lnTo>
                    <a:pt x="495300" y="881380"/>
                  </a:lnTo>
                  <a:lnTo>
                    <a:pt x="495300" y="875030"/>
                  </a:lnTo>
                  <a:lnTo>
                    <a:pt x="494030" y="869950"/>
                  </a:lnTo>
                  <a:lnTo>
                    <a:pt x="492760" y="859790"/>
                  </a:lnTo>
                  <a:lnTo>
                    <a:pt x="487680" y="839470"/>
                  </a:lnTo>
                  <a:lnTo>
                    <a:pt x="483870" y="829310"/>
                  </a:lnTo>
                  <a:lnTo>
                    <a:pt x="478358" y="812800"/>
                  </a:lnTo>
                  <a:lnTo>
                    <a:pt x="476250" y="806450"/>
                  </a:lnTo>
                  <a:lnTo>
                    <a:pt x="466090" y="783590"/>
                  </a:lnTo>
                  <a:lnTo>
                    <a:pt x="462280" y="778510"/>
                  </a:lnTo>
                  <a:lnTo>
                    <a:pt x="458470" y="772160"/>
                  </a:lnTo>
                  <a:lnTo>
                    <a:pt x="455930" y="767080"/>
                  </a:lnTo>
                  <a:lnTo>
                    <a:pt x="452120" y="762000"/>
                  </a:lnTo>
                  <a:lnTo>
                    <a:pt x="420370" y="732790"/>
                  </a:lnTo>
                  <a:lnTo>
                    <a:pt x="375920" y="708660"/>
                  </a:lnTo>
                  <a:lnTo>
                    <a:pt x="393700" y="704850"/>
                  </a:lnTo>
                  <a:lnTo>
                    <a:pt x="436880" y="685800"/>
                  </a:lnTo>
                  <a:lnTo>
                    <a:pt x="458470" y="664210"/>
                  </a:lnTo>
                  <a:lnTo>
                    <a:pt x="463550" y="657860"/>
                  </a:lnTo>
                  <a:lnTo>
                    <a:pt x="467360" y="652780"/>
                  </a:lnTo>
                  <a:lnTo>
                    <a:pt x="476250" y="657860"/>
                  </a:lnTo>
                  <a:lnTo>
                    <a:pt x="476250" y="656590"/>
                  </a:lnTo>
                  <a:lnTo>
                    <a:pt x="480060" y="650240"/>
                  </a:lnTo>
                  <a:lnTo>
                    <a:pt x="480060" y="648970"/>
                  </a:lnTo>
                  <a:lnTo>
                    <a:pt x="482600" y="641362"/>
                  </a:lnTo>
                  <a:lnTo>
                    <a:pt x="483870" y="641362"/>
                  </a:lnTo>
                  <a:lnTo>
                    <a:pt x="486410" y="633730"/>
                  </a:lnTo>
                  <a:lnTo>
                    <a:pt x="488950" y="624840"/>
                  </a:lnTo>
                  <a:lnTo>
                    <a:pt x="490220" y="624840"/>
                  </a:lnTo>
                  <a:lnTo>
                    <a:pt x="492760" y="614680"/>
                  </a:lnTo>
                  <a:lnTo>
                    <a:pt x="495300" y="603262"/>
                  </a:lnTo>
                  <a:lnTo>
                    <a:pt x="499110" y="580390"/>
                  </a:lnTo>
                  <a:lnTo>
                    <a:pt x="499110" y="579120"/>
                  </a:lnTo>
                  <a:lnTo>
                    <a:pt x="502920" y="552450"/>
                  </a:lnTo>
                  <a:lnTo>
                    <a:pt x="505460" y="521970"/>
                  </a:lnTo>
                  <a:lnTo>
                    <a:pt x="506730" y="487680"/>
                  </a:lnTo>
                  <a:lnTo>
                    <a:pt x="508000" y="449580"/>
                  </a:lnTo>
                  <a:lnTo>
                    <a:pt x="509270" y="40894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3"/>
            <p:cNvSpPr/>
            <p:nvPr/>
          </p:nvSpPr>
          <p:spPr>
            <a:xfrm>
              <a:off x="2487930" y="3575049"/>
              <a:ext cx="227329" cy="835660"/>
            </a:xfrm>
            <a:custGeom>
              <a:avLst/>
              <a:gdLst/>
              <a:ahLst/>
              <a:cxnLst/>
              <a:rect l="l" t="t" r="r" b="b"/>
              <a:pathLst>
                <a:path w="227330" h="835660">
                  <a:moveTo>
                    <a:pt x="227330" y="251460"/>
                  </a:moveTo>
                  <a:lnTo>
                    <a:pt x="223520" y="251460"/>
                  </a:lnTo>
                  <a:lnTo>
                    <a:pt x="222250" y="234950"/>
                  </a:lnTo>
                  <a:lnTo>
                    <a:pt x="222250" y="233680"/>
                  </a:lnTo>
                  <a:lnTo>
                    <a:pt x="222250" y="228600"/>
                  </a:lnTo>
                  <a:lnTo>
                    <a:pt x="220980" y="222250"/>
                  </a:lnTo>
                  <a:lnTo>
                    <a:pt x="220980" y="220980"/>
                  </a:lnTo>
                  <a:lnTo>
                    <a:pt x="219710" y="212090"/>
                  </a:lnTo>
                  <a:lnTo>
                    <a:pt x="219710" y="210820"/>
                  </a:lnTo>
                  <a:lnTo>
                    <a:pt x="217170" y="201930"/>
                  </a:lnTo>
                  <a:lnTo>
                    <a:pt x="217170" y="200660"/>
                  </a:lnTo>
                  <a:lnTo>
                    <a:pt x="214630" y="190500"/>
                  </a:lnTo>
                  <a:lnTo>
                    <a:pt x="210820" y="180340"/>
                  </a:lnTo>
                  <a:lnTo>
                    <a:pt x="207010" y="168910"/>
                  </a:lnTo>
                  <a:lnTo>
                    <a:pt x="207010" y="167640"/>
                  </a:lnTo>
                  <a:lnTo>
                    <a:pt x="203200" y="156210"/>
                  </a:lnTo>
                  <a:lnTo>
                    <a:pt x="198120" y="144780"/>
                  </a:lnTo>
                  <a:lnTo>
                    <a:pt x="191770" y="133350"/>
                  </a:lnTo>
                  <a:lnTo>
                    <a:pt x="189230" y="127000"/>
                  </a:lnTo>
                  <a:lnTo>
                    <a:pt x="185420" y="121920"/>
                  </a:lnTo>
                  <a:lnTo>
                    <a:pt x="185420" y="120650"/>
                  </a:lnTo>
                  <a:lnTo>
                    <a:pt x="181610" y="115570"/>
                  </a:lnTo>
                  <a:lnTo>
                    <a:pt x="181610" y="114300"/>
                  </a:lnTo>
                  <a:lnTo>
                    <a:pt x="176530" y="109220"/>
                  </a:lnTo>
                  <a:lnTo>
                    <a:pt x="167640" y="99060"/>
                  </a:lnTo>
                  <a:lnTo>
                    <a:pt x="167640" y="97790"/>
                  </a:lnTo>
                  <a:lnTo>
                    <a:pt x="156210" y="88900"/>
                  </a:lnTo>
                  <a:lnTo>
                    <a:pt x="156210" y="87630"/>
                  </a:lnTo>
                  <a:lnTo>
                    <a:pt x="143510" y="78740"/>
                  </a:lnTo>
                  <a:lnTo>
                    <a:pt x="130810" y="69850"/>
                  </a:lnTo>
                  <a:lnTo>
                    <a:pt x="129540" y="69850"/>
                  </a:lnTo>
                  <a:lnTo>
                    <a:pt x="121881" y="64985"/>
                  </a:lnTo>
                  <a:lnTo>
                    <a:pt x="130810" y="62230"/>
                  </a:lnTo>
                  <a:lnTo>
                    <a:pt x="146050" y="55880"/>
                  </a:lnTo>
                  <a:lnTo>
                    <a:pt x="147320" y="55880"/>
                  </a:lnTo>
                  <a:lnTo>
                    <a:pt x="160020" y="48260"/>
                  </a:lnTo>
                  <a:lnTo>
                    <a:pt x="161290" y="46990"/>
                  </a:lnTo>
                  <a:lnTo>
                    <a:pt x="167640" y="41910"/>
                  </a:lnTo>
                  <a:lnTo>
                    <a:pt x="172720" y="36830"/>
                  </a:lnTo>
                  <a:lnTo>
                    <a:pt x="173990" y="35560"/>
                  </a:lnTo>
                  <a:lnTo>
                    <a:pt x="179070" y="30480"/>
                  </a:lnTo>
                  <a:lnTo>
                    <a:pt x="184150" y="24130"/>
                  </a:lnTo>
                  <a:lnTo>
                    <a:pt x="189230" y="17780"/>
                  </a:lnTo>
                  <a:lnTo>
                    <a:pt x="194310" y="11430"/>
                  </a:lnTo>
                  <a:lnTo>
                    <a:pt x="194310" y="10160"/>
                  </a:lnTo>
                  <a:lnTo>
                    <a:pt x="185420" y="6350"/>
                  </a:lnTo>
                  <a:lnTo>
                    <a:pt x="177800" y="0"/>
                  </a:lnTo>
                  <a:lnTo>
                    <a:pt x="173990" y="6350"/>
                  </a:lnTo>
                  <a:lnTo>
                    <a:pt x="169519" y="11938"/>
                  </a:lnTo>
                  <a:lnTo>
                    <a:pt x="168910" y="11430"/>
                  </a:lnTo>
                  <a:lnTo>
                    <a:pt x="165100" y="17780"/>
                  </a:lnTo>
                  <a:lnTo>
                    <a:pt x="161290" y="21590"/>
                  </a:lnTo>
                  <a:lnTo>
                    <a:pt x="154940" y="26682"/>
                  </a:lnTo>
                  <a:lnTo>
                    <a:pt x="151130" y="30480"/>
                  </a:lnTo>
                  <a:lnTo>
                    <a:pt x="138582" y="38468"/>
                  </a:lnTo>
                  <a:lnTo>
                    <a:pt x="138430" y="38100"/>
                  </a:lnTo>
                  <a:lnTo>
                    <a:pt x="124460" y="44450"/>
                  </a:lnTo>
                  <a:lnTo>
                    <a:pt x="109220" y="49530"/>
                  </a:lnTo>
                  <a:lnTo>
                    <a:pt x="109258" y="49707"/>
                  </a:lnTo>
                  <a:lnTo>
                    <a:pt x="92710" y="52070"/>
                  </a:lnTo>
                  <a:lnTo>
                    <a:pt x="63500" y="58420"/>
                  </a:lnTo>
                  <a:lnTo>
                    <a:pt x="90170" y="71120"/>
                  </a:lnTo>
                  <a:lnTo>
                    <a:pt x="106680" y="78740"/>
                  </a:lnTo>
                  <a:lnTo>
                    <a:pt x="106857" y="78320"/>
                  </a:lnTo>
                  <a:lnTo>
                    <a:pt x="120650" y="86360"/>
                  </a:lnTo>
                  <a:lnTo>
                    <a:pt x="120764" y="86067"/>
                  </a:lnTo>
                  <a:lnTo>
                    <a:pt x="132080" y="93980"/>
                  </a:lnTo>
                  <a:lnTo>
                    <a:pt x="143967" y="102311"/>
                  </a:lnTo>
                  <a:lnTo>
                    <a:pt x="143510" y="102870"/>
                  </a:lnTo>
                  <a:lnTo>
                    <a:pt x="153670" y="111760"/>
                  </a:lnTo>
                  <a:lnTo>
                    <a:pt x="154216" y="111213"/>
                  </a:lnTo>
                  <a:lnTo>
                    <a:pt x="162560" y="121920"/>
                  </a:lnTo>
                  <a:lnTo>
                    <a:pt x="163144" y="121437"/>
                  </a:lnTo>
                  <a:lnTo>
                    <a:pt x="165976" y="125234"/>
                  </a:lnTo>
                  <a:lnTo>
                    <a:pt x="165100" y="125730"/>
                  </a:lnTo>
                  <a:lnTo>
                    <a:pt x="168910" y="130810"/>
                  </a:lnTo>
                  <a:lnTo>
                    <a:pt x="169443" y="130454"/>
                  </a:lnTo>
                  <a:lnTo>
                    <a:pt x="172720" y="135890"/>
                  </a:lnTo>
                  <a:lnTo>
                    <a:pt x="172720" y="137160"/>
                  </a:lnTo>
                  <a:lnTo>
                    <a:pt x="175260" y="142240"/>
                  </a:lnTo>
                  <a:lnTo>
                    <a:pt x="175666" y="142011"/>
                  </a:lnTo>
                  <a:lnTo>
                    <a:pt x="180340" y="153670"/>
                  </a:lnTo>
                  <a:lnTo>
                    <a:pt x="185420" y="163830"/>
                  </a:lnTo>
                  <a:lnTo>
                    <a:pt x="189230" y="175260"/>
                  </a:lnTo>
                  <a:lnTo>
                    <a:pt x="189598" y="175107"/>
                  </a:lnTo>
                  <a:lnTo>
                    <a:pt x="193040" y="185420"/>
                  </a:lnTo>
                  <a:lnTo>
                    <a:pt x="196735" y="195300"/>
                  </a:lnTo>
                  <a:lnTo>
                    <a:pt x="195580" y="195580"/>
                  </a:lnTo>
                  <a:lnTo>
                    <a:pt x="198120" y="205740"/>
                  </a:lnTo>
                  <a:lnTo>
                    <a:pt x="200660" y="215900"/>
                  </a:lnTo>
                  <a:lnTo>
                    <a:pt x="203200" y="224790"/>
                  </a:lnTo>
                  <a:lnTo>
                    <a:pt x="203200" y="229870"/>
                  </a:lnTo>
                  <a:lnTo>
                    <a:pt x="204470" y="236220"/>
                  </a:lnTo>
                  <a:lnTo>
                    <a:pt x="205727" y="252564"/>
                  </a:lnTo>
                  <a:lnTo>
                    <a:pt x="205727" y="816610"/>
                  </a:lnTo>
                  <a:lnTo>
                    <a:pt x="19050" y="816610"/>
                  </a:lnTo>
                  <a:lnTo>
                    <a:pt x="19050" y="339090"/>
                  </a:lnTo>
                  <a:lnTo>
                    <a:pt x="0" y="339090"/>
                  </a:lnTo>
                  <a:lnTo>
                    <a:pt x="0" y="825500"/>
                  </a:lnTo>
                  <a:lnTo>
                    <a:pt x="0" y="835660"/>
                  </a:lnTo>
                  <a:lnTo>
                    <a:pt x="10160" y="835660"/>
                  </a:lnTo>
                  <a:lnTo>
                    <a:pt x="217170" y="835660"/>
                  </a:lnTo>
                  <a:lnTo>
                    <a:pt x="227330" y="835660"/>
                  </a:lnTo>
                  <a:lnTo>
                    <a:pt x="227330" y="825500"/>
                  </a:lnTo>
                  <a:lnTo>
                    <a:pt x="227330" y="25146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2420619" y="3731260"/>
              <a:ext cx="86360" cy="1828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2197100" y="2928619"/>
              <a:ext cx="242570" cy="1482090"/>
            </a:xfrm>
            <a:custGeom>
              <a:avLst/>
              <a:gdLst/>
              <a:ahLst/>
              <a:cxnLst/>
              <a:rect l="l" t="t" r="r" b="b"/>
              <a:pathLst>
                <a:path w="242569" h="1482089">
                  <a:moveTo>
                    <a:pt x="242570" y="812800"/>
                  </a:moveTo>
                  <a:lnTo>
                    <a:pt x="223520" y="812800"/>
                  </a:lnTo>
                  <a:lnTo>
                    <a:pt x="223520" y="1463040"/>
                  </a:lnTo>
                  <a:lnTo>
                    <a:pt x="19050" y="1463040"/>
                  </a:lnTo>
                  <a:lnTo>
                    <a:pt x="19050" y="10160"/>
                  </a:lnTo>
                  <a:lnTo>
                    <a:pt x="8890" y="10160"/>
                  </a:lnTo>
                  <a:lnTo>
                    <a:pt x="8890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471930"/>
                  </a:lnTo>
                  <a:lnTo>
                    <a:pt x="0" y="1482090"/>
                  </a:lnTo>
                  <a:lnTo>
                    <a:pt x="8890" y="1482090"/>
                  </a:lnTo>
                  <a:lnTo>
                    <a:pt x="232410" y="1482090"/>
                  </a:lnTo>
                  <a:lnTo>
                    <a:pt x="242570" y="1482090"/>
                  </a:lnTo>
                  <a:lnTo>
                    <a:pt x="242570" y="1471930"/>
                  </a:lnTo>
                  <a:lnTo>
                    <a:pt x="242570" y="812800"/>
                  </a:lnTo>
                  <a:close/>
                </a:path>
                <a:path w="242569" h="1482089">
                  <a:moveTo>
                    <a:pt x="242570" y="260350"/>
                  </a:moveTo>
                  <a:lnTo>
                    <a:pt x="223520" y="260350"/>
                  </a:lnTo>
                  <a:lnTo>
                    <a:pt x="223520" y="585470"/>
                  </a:lnTo>
                  <a:lnTo>
                    <a:pt x="242570" y="585470"/>
                  </a:lnTo>
                  <a:lnTo>
                    <a:pt x="242570" y="26035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2420619" y="3177540"/>
              <a:ext cx="86360" cy="3454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7" name="object 397"/>
          <p:cNvGrpSpPr/>
          <p:nvPr/>
        </p:nvGrpSpPr>
        <p:grpSpPr>
          <a:xfrm>
            <a:off x="2779395" y="2929255"/>
            <a:ext cx="530860" cy="1512570"/>
            <a:chOff x="2779395" y="2929255"/>
            <a:chExt cx="530860" cy="1512570"/>
          </a:xfrm>
        </p:grpSpPr>
        <p:sp>
          <p:nvSpPr>
            <p:cNvPr id="398" name="object 398"/>
            <p:cNvSpPr/>
            <p:nvPr/>
          </p:nvSpPr>
          <p:spPr>
            <a:xfrm>
              <a:off x="2788920" y="2938780"/>
              <a:ext cx="511809" cy="1493520"/>
            </a:xfrm>
            <a:custGeom>
              <a:avLst/>
              <a:gdLst/>
              <a:ahLst/>
              <a:cxnLst/>
              <a:rect l="l" t="t" r="r" b="b"/>
              <a:pathLst>
                <a:path w="511810" h="1493520">
                  <a:moveTo>
                    <a:pt x="511809" y="0"/>
                  </a:moveTo>
                  <a:lnTo>
                    <a:pt x="287019" y="0"/>
                  </a:lnTo>
                  <a:lnTo>
                    <a:pt x="287019" y="1165860"/>
                  </a:lnTo>
                  <a:lnTo>
                    <a:pt x="284480" y="1196340"/>
                  </a:lnTo>
                  <a:lnTo>
                    <a:pt x="283210" y="1206500"/>
                  </a:lnTo>
                  <a:lnTo>
                    <a:pt x="281940" y="1211580"/>
                  </a:lnTo>
                  <a:lnTo>
                    <a:pt x="281940" y="1215390"/>
                  </a:lnTo>
                  <a:lnTo>
                    <a:pt x="279400" y="1223010"/>
                  </a:lnTo>
                  <a:lnTo>
                    <a:pt x="278130" y="1225550"/>
                  </a:lnTo>
                  <a:lnTo>
                    <a:pt x="278130" y="1228090"/>
                  </a:lnTo>
                  <a:lnTo>
                    <a:pt x="275590" y="1230630"/>
                  </a:lnTo>
                  <a:lnTo>
                    <a:pt x="271780" y="1238250"/>
                  </a:lnTo>
                  <a:lnTo>
                    <a:pt x="269240" y="1239520"/>
                  </a:lnTo>
                  <a:lnTo>
                    <a:pt x="267969" y="1240790"/>
                  </a:lnTo>
                  <a:lnTo>
                    <a:pt x="265430" y="1242060"/>
                  </a:lnTo>
                  <a:lnTo>
                    <a:pt x="264160" y="1243330"/>
                  </a:lnTo>
                  <a:lnTo>
                    <a:pt x="261619" y="1244600"/>
                  </a:lnTo>
                  <a:lnTo>
                    <a:pt x="247650" y="1244600"/>
                  </a:lnTo>
                  <a:lnTo>
                    <a:pt x="246380" y="1243330"/>
                  </a:lnTo>
                  <a:lnTo>
                    <a:pt x="243840" y="1243330"/>
                  </a:lnTo>
                  <a:lnTo>
                    <a:pt x="241300" y="1242060"/>
                  </a:lnTo>
                  <a:lnTo>
                    <a:pt x="240030" y="1240790"/>
                  </a:lnTo>
                  <a:lnTo>
                    <a:pt x="238760" y="1238250"/>
                  </a:lnTo>
                  <a:lnTo>
                    <a:pt x="237490" y="1236980"/>
                  </a:lnTo>
                  <a:lnTo>
                    <a:pt x="236219" y="1234440"/>
                  </a:lnTo>
                  <a:lnTo>
                    <a:pt x="234950" y="1233170"/>
                  </a:lnTo>
                  <a:lnTo>
                    <a:pt x="231140" y="1225550"/>
                  </a:lnTo>
                  <a:lnTo>
                    <a:pt x="229869" y="1221740"/>
                  </a:lnTo>
                  <a:lnTo>
                    <a:pt x="229869" y="1219200"/>
                  </a:lnTo>
                  <a:lnTo>
                    <a:pt x="228600" y="1215390"/>
                  </a:lnTo>
                  <a:lnTo>
                    <a:pt x="227330" y="1210310"/>
                  </a:lnTo>
                  <a:lnTo>
                    <a:pt x="227330" y="1201420"/>
                  </a:lnTo>
                  <a:lnTo>
                    <a:pt x="224790" y="1174750"/>
                  </a:lnTo>
                  <a:lnTo>
                    <a:pt x="223519" y="1139190"/>
                  </a:lnTo>
                  <a:lnTo>
                    <a:pt x="223519" y="0"/>
                  </a:lnTo>
                  <a:lnTo>
                    <a:pt x="0" y="0"/>
                  </a:lnTo>
                  <a:lnTo>
                    <a:pt x="0" y="864870"/>
                  </a:lnTo>
                  <a:lnTo>
                    <a:pt x="1269" y="1070610"/>
                  </a:lnTo>
                  <a:lnTo>
                    <a:pt x="2540" y="1140460"/>
                  </a:lnTo>
                  <a:lnTo>
                    <a:pt x="5080" y="1189990"/>
                  </a:lnTo>
                  <a:lnTo>
                    <a:pt x="8890" y="1228090"/>
                  </a:lnTo>
                  <a:lnTo>
                    <a:pt x="21590" y="1283970"/>
                  </a:lnTo>
                  <a:lnTo>
                    <a:pt x="39369" y="1336040"/>
                  </a:lnTo>
                  <a:lnTo>
                    <a:pt x="66040" y="1384300"/>
                  </a:lnTo>
                  <a:lnTo>
                    <a:pt x="76200" y="1399540"/>
                  </a:lnTo>
                  <a:lnTo>
                    <a:pt x="113030" y="1437640"/>
                  </a:lnTo>
                  <a:lnTo>
                    <a:pt x="158750" y="1468120"/>
                  </a:lnTo>
                  <a:lnTo>
                    <a:pt x="208280" y="1487170"/>
                  </a:lnTo>
                  <a:lnTo>
                    <a:pt x="264160" y="1493520"/>
                  </a:lnTo>
                  <a:lnTo>
                    <a:pt x="297180" y="1490980"/>
                  </a:lnTo>
                  <a:lnTo>
                    <a:pt x="342900" y="1478280"/>
                  </a:lnTo>
                  <a:lnTo>
                    <a:pt x="384810" y="1456690"/>
                  </a:lnTo>
                  <a:lnTo>
                    <a:pt x="420369" y="1423670"/>
                  </a:lnTo>
                  <a:lnTo>
                    <a:pt x="450850" y="1381760"/>
                  </a:lnTo>
                  <a:lnTo>
                    <a:pt x="474980" y="1330960"/>
                  </a:lnTo>
                  <a:lnTo>
                    <a:pt x="486409" y="1295400"/>
                  </a:lnTo>
                  <a:lnTo>
                    <a:pt x="496569" y="1262380"/>
                  </a:lnTo>
                  <a:lnTo>
                    <a:pt x="500380" y="1244600"/>
                  </a:lnTo>
                  <a:lnTo>
                    <a:pt x="502919" y="1228090"/>
                  </a:lnTo>
                  <a:lnTo>
                    <a:pt x="504190" y="1210310"/>
                  </a:lnTo>
                  <a:lnTo>
                    <a:pt x="506730" y="1192530"/>
                  </a:lnTo>
                  <a:lnTo>
                    <a:pt x="508000" y="1170940"/>
                  </a:lnTo>
                  <a:lnTo>
                    <a:pt x="509269" y="1118870"/>
                  </a:lnTo>
                  <a:lnTo>
                    <a:pt x="511809" y="976630"/>
                  </a:lnTo>
                  <a:lnTo>
                    <a:pt x="511809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2788920" y="2938780"/>
              <a:ext cx="511809" cy="1493520"/>
            </a:xfrm>
            <a:custGeom>
              <a:avLst/>
              <a:gdLst/>
              <a:ahLst/>
              <a:cxnLst/>
              <a:rect l="l" t="t" r="r" b="b"/>
              <a:pathLst>
                <a:path w="511810" h="1493520">
                  <a:moveTo>
                    <a:pt x="511809" y="0"/>
                  </a:moveTo>
                  <a:lnTo>
                    <a:pt x="511809" y="976630"/>
                  </a:lnTo>
                  <a:lnTo>
                    <a:pt x="510540" y="1054100"/>
                  </a:lnTo>
                  <a:lnTo>
                    <a:pt x="509269" y="1118870"/>
                  </a:lnTo>
                  <a:lnTo>
                    <a:pt x="508000" y="1170940"/>
                  </a:lnTo>
                  <a:lnTo>
                    <a:pt x="506730" y="1192530"/>
                  </a:lnTo>
                  <a:lnTo>
                    <a:pt x="504190" y="1210310"/>
                  </a:lnTo>
                  <a:lnTo>
                    <a:pt x="502919" y="1228090"/>
                  </a:lnTo>
                  <a:lnTo>
                    <a:pt x="500380" y="1244600"/>
                  </a:lnTo>
                  <a:lnTo>
                    <a:pt x="496569" y="1262380"/>
                  </a:lnTo>
                  <a:lnTo>
                    <a:pt x="491490" y="1278890"/>
                  </a:lnTo>
                  <a:lnTo>
                    <a:pt x="486409" y="1295400"/>
                  </a:lnTo>
                  <a:lnTo>
                    <a:pt x="481330" y="1313180"/>
                  </a:lnTo>
                  <a:lnTo>
                    <a:pt x="467359" y="1348740"/>
                  </a:lnTo>
                  <a:lnTo>
                    <a:pt x="440690" y="1397000"/>
                  </a:lnTo>
                  <a:lnTo>
                    <a:pt x="408940" y="1435100"/>
                  </a:lnTo>
                  <a:lnTo>
                    <a:pt x="372110" y="1464310"/>
                  </a:lnTo>
                  <a:lnTo>
                    <a:pt x="328930" y="1483360"/>
                  </a:lnTo>
                  <a:lnTo>
                    <a:pt x="280669" y="1492250"/>
                  </a:lnTo>
                  <a:lnTo>
                    <a:pt x="264160" y="1493520"/>
                  </a:lnTo>
                  <a:lnTo>
                    <a:pt x="245110" y="1492250"/>
                  </a:lnTo>
                  <a:lnTo>
                    <a:pt x="226060" y="1490980"/>
                  </a:lnTo>
                  <a:lnTo>
                    <a:pt x="208280" y="1487170"/>
                  </a:lnTo>
                  <a:lnTo>
                    <a:pt x="158750" y="1468120"/>
                  </a:lnTo>
                  <a:lnTo>
                    <a:pt x="113030" y="1437640"/>
                  </a:lnTo>
                  <a:lnTo>
                    <a:pt x="76200" y="1399540"/>
                  </a:lnTo>
                  <a:lnTo>
                    <a:pt x="66040" y="1384300"/>
                  </a:lnTo>
                  <a:lnTo>
                    <a:pt x="55880" y="1370330"/>
                  </a:lnTo>
                  <a:lnTo>
                    <a:pt x="33019" y="1319530"/>
                  </a:lnTo>
                  <a:lnTo>
                    <a:pt x="16510" y="1264920"/>
                  </a:lnTo>
                  <a:lnTo>
                    <a:pt x="6350" y="1209040"/>
                  </a:lnTo>
                  <a:lnTo>
                    <a:pt x="2540" y="1140460"/>
                  </a:lnTo>
                  <a:lnTo>
                    <a:pt x="1269" y="1070610"/>
                  </a:lnTo>
                  <a:lnTo>
                    <a:pt x="0" y="864870"/>
                  </a:lnTo>
                  <a:lnTo>
                    <a:pt x="0" y="0"/>
                  </a:lnTo>
                  <a:lnTo>
                    <a:pt x="223519" y="0"/>
                  </a:lnTo>
                  <a:lnTo>
                    <a:pt x="223519" y="1096010"/>
                  </a:lnTo>
                  <a:lnTo>
                    <a:pt x="223519" y="1139190"/>
                  </a:lnTo>
                  <a:lnTo>
                    <a:pt x="224790" y="1174750"/>
                  </a:lnTo>
                  <a:lnTo>
                    <a:pt x="226060" y="1188720"/>
                  </a:lnTo>
                  <a:lnTo>
                    <a:pt x="227330" y="1201420"/>
                  </a:lnTo>
                  <a:lnTo>
                    <a:pt x="227330" y="1210310"/>
                  </a:lnTo>
                  <a:lnTo>
                    <a:pt x="228600" y="1215390"/>
                  </a:lnTo>
                  <a:lnTo>
                    <a:pt x="229869" y="1219200"/>
                  </a:lnTo>
                  <a:lnTo>
                    <a:pt x="229869" y="1221740"/>
                  </a:lnTo>
                  <a:lnTo>
                    <a:pt x="231140" y="1225550"/>
                  </a:lnTo>
                  <a:lnTo>
                    <a:pt x="232410" y="1228090"/>
                  </a:lnTo>
                  <a:lnTo>
                    <a:pt x="233680" y="1230630"/>
                  </a:lnTo>
                  <a:lnTo>
                    <a:pt x="234950" y="1233170"/>
                  </a:lnTo>
                  <a:lnTo>
                    <a:pt x="236219" y="1234440"/>
                  </a:lnTo>
                  <a:lnTo>
                    <a:pt x="237490" y="1236980"/>
                  </a:lnTo>
                  <a:lnTo>
                    <a:pt x="238760" y="1238250"/>
                  </a:lnTo>
                  <a:lnTo>
                    <a:pt x="240030" y="1240790"/>
                  </a:lnTo>
                  <a:lnTo>
                    <a:pt x="241300" y="1242060"/>
                  </a:lnTo>
                  <a:lnTo>
                    <a:pt x="243840" y="1243330"/>
                  </a:lnTo>
                  <a:lnTo>
                    <a:pt x="246380" y="1243330"/>
                  </a:lnTo>
                  <a:lnTo>
                    <a:pt x="247650" y="1244600"/>
                  </a:lnTo>
                  <a:lnTo>
                    <a:pt x="261619" y="1244600"/>
                  </a:lnTo>
                  <a:lnTo>
                    <a:pt x="264160" y="1243330"/>
                  </a:lnTo>
                  <a:lnTo>
                    <a:pt x="265430" y="1242060"/>
                  </a:lnTo>
                  <a:lnTo>
                    <a:pt x="267969" y="1240790"/>
                  </a:lnTo>
                  <a:lnTo>
                    <a:pt x="269240" y="1239520"/>
                  </a:lnTo>
                  <a:lnTo>
                    <a:pt x="271780" y="1238250"/>
                  </a:lnTo>
                  <a:lnTo>
                    <a:pt x="273050" y="1235710"/>
                  </a:lnTo>
                  <a:lnTo>
                    <a:pt x="274319" y="1233170"/>
                  </a:lnTo>
                  <a:lnTo>
                    <a:pt x="275590" y="1230630"/>
                  </a:lnTo>
                  <a:lnTo>
                    <a:pt x="278130" y="1228090"/>
                  </a:lnTo>
                  <a:lnTo>
                    <a:pt x="278130" y="1225550"/>
                  </a:lnTo>
                  <a:lnTo>
                    <a:pt x="279400" y="1223010"/>
                  </a:lnTo>
                  <a:lnTo>
                    <a:pt x="280669" y="1219200"/>
                  </a:lnTo>
                  <a:lnTo>
                    <a:pt x="281940" y="1215390"/>
                  </a:lnTo>
                  <a:lnTo>
                    <a:pt x="281940" y="1211580"/>
                  </a:lnTo>
                  <a:lnTo>
                    <a:pt x="283210" y="1206500"/>
                  </a:lnTo>
                  <a:lnTo>
                    <a:pt x="284480" y="1196340"/>
                  </a:lnTo>
                  <a:lnTo>
                    <a:pt x="285750" y="1182370"/>
                  </a:lnTo>
                  <a:lnTo>
                    <a:pt x="287019" y="1165860"/>
                  </a:lnTo>
                  <a:lnTo>
                    <a:pt x="287019" y="1126490"/>
                  </a:lnTo>
                  <a:lnTo>
                    <a:pt x="287019" y="1076960"/>
                  </a:lnTo>
                  <a:lnTo>
                    <a:pt x="287019" y="0"/>
                  </a:lnTo>
                  <a:lnTo>
                    <a:pt x="511809" y="0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0" name="object 400"/>
          <p:cNvGrpSpPr/>
          <p:nvPr/>
        </p:nvGrpSpPr>
        <p:grpSpPr>
          <a:xfrm>
            <a:off x="3941445" y="2929255"/>
            <a:ext cx="506730" cy="1480820"/>
            <a:chOff x="3941445" y="2929255"/>
            <a:chExt cx="506730" cy="1480820"/>
          </a:xfrm>
        </p:grpSpPr>
        <p:sp>
          <p:nvSpPr>
            <p:cNvPr id="401" name="object 401"/>
            <p:cNvSpPr/>
            <p:nvPr/>
          </p:nvSpPr>
          <p:spPr>
            <a:xfrm>
              <a:off x="3950970" y="2938779"/>
              <a:ext cx="487680" cy="1461770"/>
            </a:xfrm>
            <a:custGeom>
              <a:avLst/>
              <a:gdLst/>
              <a:ahLst/>
              <a:cxnLst/>
              <a:rect l="l" t="t" r="r" b="b"/>
              <a:pathLst>
                <a:path w="487679" h="1461770">
                  <a:moveTo>
                    <a:pt x="487680" y="0"/>
                  </a:moveTo>
                  <a:lnTo>
                    <a:pt x="474980" y="0"/>
                  </a:lnTo>
                  <a:lnTo>
                    <a:pt x="474980" y="279400"/>
                  </a:lnTo>
                  <a:lnTo>
                    <a:pt x="0" y="279400"/>
                  </a:lnTo>
                  <a:lnTo>
                    <a:pt x="0" y="292100"/>
                  </a:lnTo>
                  <a:lnTo>
                    <a:pt x="132080" y="292100"/>
                  </a:lnTo>
                  <a:lnTo>
                    <a:pt x="132080" y="1449070"/>
                  </a:lnTo>
                  <a:lnTo>
                    <a:pt x="132080" y="1461770"/>
                  </a:lnTo>
                  <a:lnTo>
                    <a:pt x="355600" y="1461770"/>
                  </a:lnTo>
                  <a:lnTo>
                    <a:pt x="355600" y="1449070"/>
                  </a:lnTo>
                  <a:lnTo>
                    <a:pt x="355600" y="292100"/>
                  </a:lnTo>
                  <a:lnTo>
                    <a:pt x="487680" y="292100"/>
                  </a:lnTo>
                  <a:lnTo>
                    <a:pt x="487680" y="279400"/>
                  </a:lnTo>
                  <a:lnTo>
                    <a:pt x="487680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3950969" y="2938780"/>
              <a:ext cx="487680" cy="1461770"/>
            </a:xfrm>
            <a:custGeom>
              <a:avLst/>
              <a:gdLst/>
              <a:ahLst/>
              <a:cxnLst/>
              <a:rect l="l" t="t" r="r" b="b"/>
              <a:pathLst>
                <a:path w="487679" h="1461770">
                  <a:moveTo>
                    <a:pt x="487679" y="0"/>
                  </a:moveTo>
                  <a:lnTo>
                    <a:pt x="487679" y="292100"/>
                  </a:lnTo>
                  <a:lnTo>
                    <a:pt x="355600" y="292100"/>
                  </a:lnTo>
                  <a:lnTo>
                    <a:pt x="355600" y="1461770"/>
                  </a:lnTo>
                  <a:lnTo>
                    <a:pt x="132079" y="1461770"/>
                  </a:lnTo>
                  <a:lnTo>
                    <a:pt x="132079" y="292100"/>
                  </a:lnTo>
                  <a:lnTo>
                    <a:pt x="0" y="292100"/>
                  </a:lnTo>
                  <a:lnTo>
                    <a:pt x="0" y="0"/>
                  </a:lnTo>
                  <a:lnTo>
                    <a:pt x="487679" y="0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3" name="object 403"/>
          <p:cNvGrpSpPr/>
          <p:nvPr/>
        </p:nvGrpSpPr>
        <p:grpSpPr>
          <a:xfrm>
            <a:off x="4479925" y="2929255"/>
            <a:ext cx="242570" cy="1480820"/>
            <a:chOff x="4479925" y="2929255"/>
            <a:chExt cx="242570" cy="1480820"/>
          </a:xfrm>
        </p:grpSpPr>
        <p:sp>
          <p:nvSpPr>
            <p:cNvPr id="404" name="object 404"/>
            <p:cNvSpPr/>
            <p:nvPr/>
          </p:nvSpPr>
          <p:spPr>
            <a:xfrm>
              <a:off x="4700270" y="2938780"/>
              <a:ext cx="12700" cy="1461770"/>
            </a:xfrm>
            <a:custGeom>
              <a:avLst/>
              <a:gdLst/>
              <a:ahLst/>
              <a:cxnLst/>
              <a:rect l="l" t="t" r="r" b="b"/>
              <a:pathLst>
                <a:path w="12700" h="1461770">
                  <a:moveTo>
                    <a:pt x="0" y="1461770"/>
                  </a:moveTo>
                  <a:lnTo>
                    <a:pt x="12700" y="146177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146177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4489450" y="2938780"/>
              <a:ext cx="223520" cy="1461770"/>
            </a:xfrm>
            <a:custGeom>
              <a:avLst/>
              <a:gdLst/>
              <a:ahLst/>
              <a:cxnLst/>
              <a:rect l="l" t="t" r="r" b="b"/>
              <a:pathLst>
                <a:path w="223520" h="1461770">
                  <a:moveTo>
                    <a:pt x="223520" y="0"/>
                  </a:moveTo>
                  <a:lnTo>
                    <a:pt x="223520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223520" y="0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6" name="object 406"/>
          <p:cNvGrpSpPr/>
          <p:nvPr/>
        </p:nvGrpSpPr>
        <p:grpSpPr>
          <a:xfrm>
            <a:off x="4787900" y="2898139"/>
            <a:ext cx="535940" cy="1543050"/>
            <a:chOff x="4787900" y="2898139"/>
            <a:chExt cx="535940" cy="1543050"/>
          </a:xfrm>
        </p:grpSpPr>
        <p:sp>
          <p:nvSpPr>
            <p:cNvPr id="407" name="object 407"/>
            <p:cNvSpPr/>
            <p:nvPr/>
          </p:nvSpPr>
          <p:spPr>
            <a:xfrm>
              <a:off x="4796790" y="2908299"/>
              <a:ext cx="527050" cy="1532890"/>
            </a:xfrm>
            <a:custGeom>
              <a:avLst/>
              <a:gdLst/>
              <a:ahLst/>
              <a:cxnLst/>
              <a:rect l="l" t="t" r="r" b="b"/>
              <a:pathLst>
                <a:path w="527050" h="1532889">
                  <a:moveTo>
                    <a:pt x="527050" y="886460"/>
                  </a:moveTo>
                  <a:lnTo>
                    <a:pt x="518160" y="886460"/>
                  </a:lnTo>
                  <a:lnTo>
                    <a:pt x="518160" y="636282"/>
                  </a:lnTo>
                  <a:lnTo>
                    <a:pt x="515620" y="444500"/>
                  </a:lnTo>
                  <a:lnTo>
                    <a:pt x="514350" y="374650"/>
                  </a:lnTo>
                  <a:lnTo>
                    <a:pt x="511810" y="320040"/>
                  </a:lnTo>
                  <a:lnTo>
                    <a:pt x="509270" y="298450"/>
                  </a:lnTo>
                  <a:lnTo>
                    <a:pt x="506730" y="275590"/>
                  </a:lnTo>
                  <a:lnTo>
                    <a:pt x="502920" y="254000"/>
                  </a:lnTo>
                  <a:lnTo>
                    <a:pt x="501332" y="247650"/>
                  </a:lnTo>
                  <a:lnTo>
                    <a:pt x="492760" y="213360"/>
                  </a:lnTo>
                  <a:lnTo>
                    <a:pt x="471170" y="153670"/>
                  </a:lnTo>
                  <a:lnTo>
                    <a:pt x="453390" y="118110"/>
                  </a:lnTo>
                  <a:lnTo>
                    <a:pt x="421640" y="72390"/>
                  </a:lnTo>
                  <a:lnTo>
                    <a:pt x="383540" y="38100"/>
                  </a:lnTo>
                  <a:lnTo>
                    <a:pt x="339090" y="13970"/>
                  </a:lnTo>
                  <a:lnTo>
                    <a:pt x="293370" y="2743"/>
                  </a:lnTo>
                  <a:lnTo>
                    <a:pt x="293370" y="359410"/>
                  </a:lnTo>
                  <a:lnTo>
                    <a:pt x="293370" y="1136650"/>
                  </a:lnTo>
                  <a:lnTo>
                    <a:pt x="292100" y="1183640"/>
                  </a:lnTo>
                  <a:lnTo>
                    <a:pt x="290830" y="1202690"/>
                  </a:lnTo>
                  <a:lnTo>
                    <a:pt x="290830" y="1219200"/>
                  </a:lnTo>
                  <a:lnTo>
                    <a:pt x="289560" y="1231900"/>
                  </a:lnTo>
                  <a:lnTo>
                    <a:pt x="287020" y="1242060"/>
                  </a:lnTo>
                  <a:lnTo>
                    <a:pt x="287020" y="1245870"/>
                  </a:lnTo>
                  <a:lnTo>
                    <a:pt x="284480" y="1253490"/>
                  </a:lnTo>
                  <a:lnTo>
                    <a:pt x="283210" y="1256030"/>
                  </a:lnTo>
                  <a:lnTo>
                    <a:pt x="281940" y="1259840"/>
                  </a:lnTo>
                  <a:lnTo>
                    <a:pt x="279400" y="1264920"/>
                  </a:lnTo>
                  <a:lnTo>
                    <a:pt x="276860" y="1267460"/>
                  </a:lnTo>
                  <a:lnTo>
                    <a:pt x="275590" y="1270000"/>
                  </a:lnTo>
                  <a:lnTo>
                    <a:pt x="273050" y="1271270"/>
                  </a:lnTo>
                  <a:lnTo>
                    <a:pt x="271780" y="1272540"/>
                  </a:lnTo>
                  <a:lnTo>
                    <a:pt x="266700" y="1275080"/>
                  </a:lnTo>
                  <a:lnTo>
                    <a:pt x="250190" y="1275080"/>
                  </a:lnTo>
                  <a:lnTo>
                    <a:pt x="247650" y="1273810"/>
                  </a:lnTo>
                  <a:lnTo>
                    <a:pt x="246380" y="1272540"/>
                  </a:lnTo>
                  <a:lnTo>
                    <a:pt x="243840" y="1271270"/>
                  </a:lnTo>
                  <a:lnTo>
                    <a:pt x="242570" y="1270000"/>
                  </a:lnTo>
                  <a:lnTo>
                    <a:pt x="240030" y="1268730"/>
                  </a:lnTo>
                  <a:lnTo>
                    <a:pt x="236220" y="1261110"/>
                  </a:lnTo>
                  <a:lnTo>
                    <a:pt x="233680" y="1258570"/>
                  </a:lnTo>
                  <a:lnTo>
                    <a:pt x="233680" y="1256030"/>
                  </a:lnTo>
                  <a:lnTo>
                    <a:pt x="232410" y="1253490"/>
                  </a:lnTo>
                  <a:lnTo>
                    <a:pt x="229870" y="1245870"/>
                  </a:lnTo>
                  <a:lnTo>
                    <a:pt x="229870" y="1242060"/>
                  </a:lnTo>
                  <a:lnTo>
                    <a:pt x="228600" y="1236980"/>
                  </a:lnTo>
                  <a:lnTo>
                    <a:pt x="227330" y="1225550"/>
                  </a:lnTo>
                  <a:lnTo>
                    <a:pt x="226060" y="1210310"/>
                  </a:lnTo>
                  <a:lnTo>
                    <a:pt x="226060" y="1191260"/>
                  </a:lnTo>
                  <a:lnTo>
                    <a:pt x="224751" y="1145540"/>
                  </a:lnTo>
                  <a:lnTo>
                    <a:pt x="223520" y="1089660"/>
                  </a:lnTo>
                  <a:lnTo>
                    <a:pt x="223520" y="406400"/>
                  </a:lnTo>
                  <a:lnTo>
                    <a:pt x="224688" y="359410"/>
                  </a:lnTo>
                  <a:lnTo>
                    <a:pt x="224790" y="334010"/>
                  </a:lnTo>
                  <a:lnTo>
                    <a:pt x="228600" y="287020"/>
                  </a:lnTo>
                  <a:lnTo>
                    <a:pt x="231140" y="278130"/>
                  </a:lnTo>
                  <a:lnTo>
                    <a:pt x="232410" y="273050"/>
                  </a:lnTo>
                  <a:lnTo>
                    <a:pt x="233680" y="270510"/>
                  </a:lnTo>
                  <a:lnTo>
                    <a:pt x="233680" y="266700"/>
                  </a:lnTo>
                  <a:lnTo>
                    <a:pt x="236220" y="264160"/>
                  </a:lnTo>
                  <a:lnTo>
                    <a:pt x="236220" y="261620"/>
                  </a:lnTo>
                  <a:lnTo>
                    <a:pt x="238760" y="260350"/>
                  </a:lnTo>
                  <a:lnTo>
                    <a:pt x="240030" y="257810"/>
                  </a:lnTo>
                  <a:lnTo>
                    <a:pt x="242570" y="255270"/>
                  </a:lnTo>
                  <a:lnTo>
                    <a:pt x="243840" y="252730"/>
                  </a:lnTo>
                  <a:lnTo>
                    <a:pt x="246380" y="251460"/>
                  </a:lnTo>
                  <a:lnTo>
                    <a:pt x="247650" y="250190"/>
                  </a:lnTo>
                  <a:lnTo>
                    <a:pt x="250190" y="250190"/>
                  </a:lnTo>
                  <a:lnTo>
                    <a:pt x="251460" y="248920"/>
                  </a:lnTo>
                  <a:lnTo>
                    <a:pt x="254000" y="247650"/>
                  </a:lnTo>
                  <a:lnTo>
                    <a:pt x="265430" y="247650"/>
                  </a:lnTo>
                  <a:lnTo>
                    <a:pt x="266700" y="248920"/>
                  </a:lnTo>
                  <a:lnTo>
                    <a:pt x="269240" y="248920"/>
                  </a:lnTo>
                  <a:lnTo>
                    <a:pt x="271780" y="250190"/>
                  </a:lnTo>
                  <a:lnTo>
                    <a:pt x="273050" y="251460"/>
                  </a:lnTo>
                  <a:lnTo>
                    <a:pt x="275590" y="252730"/>
                  </a:lnTo>
                  <a:lnTo>
                    <a:pt x="279400" y="256540"/>
                  </a:lnTo>
                  <a:lnTo>
                    <a:pt x="283210" y="264160"/>
                  </a:lnTo>
                  <a:lnTo>
                    <a:pt x="284480" y="265430"/>
                  </a:lnTo>
                  <a:lnTo>
                    <a:pt x="285750" y="269240"/>
                  </a:lnTo>
                  <a:lnTo>
                    <a:pt x="287020" y="271780"/>
                  </a:lnTo>
                  <a:lnTo>
                    <a:pt x="287020" y="275590"/>
                  </a:lnTo>
                  <a:lnTo>
                    <a:pt x="289560" y="283210"/>
                  </a:lnTo>
                  <a:lnTo>
                    <a:pt x="289560" y="294640"/>
                  </a:lnTo>
                  <a:lnTo>
                    <a:pt x="290830" y="307340"/>
                  </a:lnTo>
                  <a:lnTo>
                    <a:pt x="292100" y="322580"/>
                  </a:lnTo>
                  <a:lnTo>
                    <a:pt x="293370" y="359410"/>
                  </a:lnTo>
                  <a:lnTo>
                    <a:pt x="293370" y="2743"/>
                  </a:lnTo>
                  <a:lnTo>
                    <a:pt x="275590" y="0"/>
                  </a:lnTo>
                  <a:lnTo>
                    <a:pt x="241300" y="0"/>
                  </a:lnTo>
                  <a:lnTo>
                    <a:pt x="190500" y="10160"/>
                  </a:lnTo>
                  <a:lnTo>
                    <a:pt x="146050" y="30480"/>
                  </a:lnTo>
                  <a:lnTo>
                    <a:pt x="105410" y="62230"/>
                  </a:lnTo>
                  <a:lnTo>
                    <a:pt x="72390" y="104140"/>
                  </a:lnTo>
                  <a:lnTo>
                    <a:pt x="44450" y="156210"/>
                  </a:lnTo>
                  <a:lnTo>
                    <a:pt x="24130" y="215900"/>
                  </a:lnTo>
                  <a:lnTo>
                    <a:pt x="15240" y="257810"/>
                  </a:lnTo>
                  <a:lnTo>
                    <a:pt x="11430" y="280670"/>
                  </a:lnTo>
                  <a:lnTo>
                    <a:pt x="7620" y="302260"/>
                  </a:lnTo>
                  <a:lnTo>
                    <a:pt x="6350" y="325120"/>
                  </a:lnTo>
                  <a:lnTo>
                    <a:pt x="3810" y="378460"/>
                  </a:lnTo>
                  <a:lnTo>
                    <a:pt x="1270" y="448310"/>
                  </a:lnTo>
                  <a:lnTo>
                    <a:pt x="0" y="636282"/>
                  </a:lnTo>
                  <a:lnTo>
                    <a:pt x="0" y="886460"/>
                  </a:lnTo>
                  <a:lnTo>
                    <a:pt x="2540" y="1078230"/>
                  </a:lnTo>
                  <a:lnTo>
                    <a:pt x="3810" y="1149350"/>
                  </a:lnTo>
                  <a:lnTo>
                    <a:pt x="6350" y="1202690"/>
                  </a:lnTo>
                  <a:lnTo>
                    <a:pt x="11430" y="1247140"/>
                  </a:lnTo>
                  <a:lnTo>
                    <a:pt x="20320" y="1290320"/>
                  </a:lnTo>
                  <a:lnTo>
                    <a:pt x="38100" y="1351280"/>
                  </a:lnTo>
                  <a:lnTo>
                    <a:pt x="54610" y="1389380"/>
                  </a:lnTo>
                  <a:lnTo>
                    <a:pt x="74930" y="1422400"/>
                  </a:lnTo>
                  <a:lnTo>
                    <a:pt x="109220" y="1463040"/>
                  </a:lnTo>
                  <a:lnTo>
                    <a:pt x="134620" y="1484630"/>
                  </a:lnTo>
                  <a:lnTo>
                    <a:pt x="129540" y="1492250"/>
                  </a:lnTo>
                  <a:lnTo>
                    <a:pt x="129540" y="1493520"/>
                  </a:lnTo>
                  <a:lnTo>
                    <a:pt x="143510" y="1502410"/>
                  </a:lnTo>
                  <a:lnTo>
                    <a:pt x="144780" y="1502410"/>
                  </a:lnTo>
                  <a:lnTo>
                    <a:pt x="158750" y="1510030"/>
                  </a:lnTo>
                  <a:lnTo>
                    <a:pt x="158750" y="1511300"/>
                  </a:lnTo>
                  <a:lnTo>
                    <a:pt x="173990" y="1517650"/>
                  </a:lnTo>
                  <a:lnTo>
                    <a:pt x="175260" y="1517650"/>
                  </a:lnTo>
                  <a:lnTo>
                    <a:pt x="190500" y="1522730"/>
                  </a:lnTo>
                  <a:lnTo>
                    <a:pt x="207010" y="1527810"/>
                  </a:lnTo>
                  <a:lnTo>
                    <a:pt x="223520" y="1530350"/>
                  </a:lnTo>
                  <a:lnTo>
                    <a:pt x="224790" y="1530350"/>
                  </a:lnTo>
                  <a:lnTo>
                    <a:pt x="241300" y="1532890"/>
                  </a:lnTo>
                  <a:lnTo>
                    <a:pt x="257810" y="1532890"/>
                  </a:lnTo>
                  <a:lnTo>
                    <a:pt x="259080" y="1532890"/>
                  </a:lnTo>
                  <a:lnTo>
                    <a:pt x="276860" y="1532890"/>
                  </a:lnTo>
                  <a:lnTo>
                    <a:pt x="278130" y="1532890"/>
                  </a:lnTo>
                  <a:lnTo>
                    <a:pt x="294640" y="1530350"/>
                  </a:lnTo>
                  <a:lnTo>
                    <a:pt x="295910" y="1530350"/>
                  </a:lnTo>
                  <a:lnTo>
                    <a:pt x="312420" y="1527810"/>
                  </a:lnTo>
                  <a:lnTo>
                    <a:pt x="311061" y="1517675"/>
                  </a:lnTo>
                  <a:lnTo>
                    <a:pt x="312420" y="1527810"/>
                  </a:lnTo>
                  <a:lnTo>
                    <a:pt x="313690" y="1527810"/>
                  </a:lnTo>
                  <a:lnTo>
                    <a:pt x="330200" y="1522730"/>
                  </a:lnTo>
                  <a:lnTo>
                    <a:pt x="346710" y="1516380"/>
                  </a:lnTo>
                  <a:lnTo>
                    <a:pt x="361950" y="1508760"/>
                  </a:lnTo>
                  <a:lnTo>
                    <a:pt x="363220" y="1508760"/>
                  </a:lnTo>
                  <a:lnTo>
                    <a:pt x="377190" y="1499870"/>
                  </a:lnTo>
                  <a:lnTo>
                    <a:pt x="378460" y="1499870"/>
                  </a:lnTo>
                  <a:lnTo>
                    <a:pt x="392430" y="1490980"/>
                  </a:lnTo>
                  <a:lnTo>
                    <a:pt x="392430" y="1489710"/>
                  </a:lnTo>
                  <a:lnTo>
                    <a:pt x="405130" y="1479550"/>
                  </a:lnTo>
                  <a:lnTo>
                    <a:pt x="406400" y="1479550"/>
                  </a:lnTo>
                  <a:lnTo>
                    <a:pt x="419100" y="1468120"/>
                  </a:lnTo>
                  <a:lnTo>
                    <a:pt x="419100" y="1466850"/>
                  </a:lnTo>
                  <a:lnTo>
                    <a:pt x="430530" y="1454150"/>
                  </a:lnTo>
                  <a:lnTo>
                    <a:pt x="431800" y="1454150"/>
                  </a:lnTo>
                  <a:lnTo>
                    <a:pt x="431800" y="1452880"/>
                  </a:lnTo>
                  <a:lnTo>
                    <a:pt x="443230" y="1438910"/>
                  </a:lnTo>
                  <a:lnTo>
                    <a:pt x="453390" y="1423670"/>
                  </a:lnTo>
                  <a:lnTo>
                    <a:pt x="454660" y="1423670"/>
                  </a:lnTo>
                  <a:lnTo>
                    <a:pt x="463550" y="1407160"/>
                  </a:lnTo>
                  <a:lnTo>
                    <a:pt x="473710" y="1389380"/>
                  </a:lnTo>
                  <a:lnTo>
                    <a:pt x="481330" y="1370330"/>
                  </a:lnTo>
                  <a:lnTo>
                    <a:pt x="482600" y="1370330"/>
                  </a:lnTo>
                  <a:lnTo>
                    <a:pt x="490220" y="1351280"/>
                  </a:lnTo>
                  <a:lnTo>
                    <a:pt x="496570" y="1330960"/>
                  </a:lnTo>
                  <a:lnTo>
                    <a:pt x="502920" y="1309370"/>
                  </a:lnTo>
                  <a:lnTo>
                    <a:pt x="508000" y="1289050"/>
                  </a:lnTo>
                  <a:lnTo>
                    <a:pt x="513080" y="1267460"/>
                  </a:lnTo>
                  <a:lnTo>
                    <a:pt x="513080" y="1266190"/>
                  </a:lnTo>
                  <a:lnTo>
                    <a:pt x="502920" y="1264920"/>
                  </a:lnTo>
                  <a:lnTo>
                    <a:pt x="513080" y="1266190"/>
                  </a:lnTo>
                  <a:lnTo>
                    <a:pt x="515620" y="1244600"/>
                  </a:lnTo>
                  <a:lnTo>
                    <a:pt x="519430" y="1221740"/>
                  </a:lnTo>
                  <a:lnTo>
                    <a:pt x="520700" y="1200150"/>
                  </a:lnTo>
                  <a:lnTo>
                    <a:pt x="523240" y="1145540"/>
                  </a:lnTo>
                  <a:lnTo>
                    <a:pt x="525780" y="1075690"/>
                  </a:lnTo>
                  <a:lnTo>
                    <a:pt x="525780" y="1074420"/>
                  </a:lnTo>
                  <a:lnTo>
                    <a:pt x="527050" y="88646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4787900" y="2964179"/>
              <a:ext cx="149860" cy="1437640"/>
            </a:xfrm>
            <a:custGeom>
              <a:avLst/>
              <a:gdLst/>
              <a:ahLst/>
              <a:cxnLst/>
              <a:rect l="l" t="t" r="r" b="b"/>
              <a:pathLst>
                <a:path w="149860" h="1437639">
                  <a:moveTo>
                    <a:pt x="121920" y="13970"/>
                  </a:moveTo>
                  <a:lnTo>
                    <a:pt x="114300" y="6350"/>
                  </a:lnTo>
                  <a:lnTo>
                    <a:pt x="107950" y="0"/>
                  </a:lnTo>
                  <a:lnTo>
                    <a:pt x="95250" y="13970"/>
                  </a:lnTo>
                  <a:lnTo>
                    <a:pt x="83820" y="27940"/>
                  </a:lnTo>
                  <a:lnTo>
                    <a:pt x="72390" y="43180"/>
                  </a:lnTo>
                  <a:lnTo>
                    <a:pt x="62230" y="59690"/>
                  </a:lnTo>
                  <a:lnTo>
                    <a:pt x="53340" y="77470"/>
                  </a:lnTo>
                  <a:lnTo>
                    <a:pt x="53340" y="78740"/>
                  </a:lnTo>
                  <a:lnTo>
                    <a:pt x="44450" y="96520"/>
                  </a:lnTo>
                  <a:lnTo>
                    <a:pt x="44450" y="97790"/>
                  </a:lnTo>
                  <a:lnTo>
                    <a:pt x="36830" y="116840"/>
                  </a:lnTo>
                  <a:lnTo>
                    <a:pt x="30480" y="135890"/>
                  </a:lnTo>
                  <a:lnTo>
                    <a:pt x="30480" y="137160"/>
                  </a:lnTo>
                  <a:lnTo>
                    <a:pt x="24130" y="157480"/>
                  </a:lnTo>
                  <a:lnTo>
                    <a:pt x="19050" y="179070"/>
                  </a:lnTo>
                  <a:lnTo>
                    <a:pt x="13970" y="199390"/>
                  </a:lnTo>
                  <a:lnTo>
                    <a:pt x="13970" y="200660"/>
                  </a:lnTo>
                  <a:lnTo>
                    <a:pt x="24130" y="201930"/>
                  </a:lnTo>
                  <a:lnTo>
                    <a:pt x="24676" y="202095"/>
                  </a:lnTo>
                  <a:lnTo>
                    <a:pt x="13970" y="200660"/>
                  </a:lnTo>
                  <a:lnTo>
                    <a:pt x="10160" y="223520"/>
                  </a:lnTo>
                  <a:lnTo>
                    <a:pt x="7620" y="245110"/>
                  </a:lnTo>
                  <a:lnTo>
                    <a:pt x="26670" y="247650"/>
                  </a:lnTo>
                  <a:lnTo>
                    <a:pt x="29070" y="226047"/>
                  </a:lnTo>
                  <a:lnTo>
                    <a:pt x="29210" y="226060"/>
                  </a:lnTo>
                  <a:lnTo>
                    <a:pt x="32816" y="204419"/>
                  </a:lnTo>
                  <a:lnTo>
                    <a:pt x="33020" y="204470"/>
                  </a:lnTo>
                  <a:lnTo>
                    <a:pt x="38100" y="182880"/>
                  </a:lnTo>
                  <a:lnTo>
                    <a:pt x="43180" y="162560"/>
                  </a:lnTo>
                  <a:lnTo>
                    <a:pt x="41998" y="162267"/>
                  </a:lnTo>
                  <a:lnTo>
                    <a:pt x="47904" y="143370"/>
                  </a:lnTo>
                  <a:lnTo>
                    <a:pt x="48260" y="143510"/>
                  </a:lnTo>
                  <a:lnTo>
                    <a:pt x="54610" y="123190"/>
                  </a:lnTo>
                  <a:lnTo>
                    <a:pt x="61810" y="105181"/>
                  </a:lnTo>
                  <a:lnTo>
                    <a:pt x="62230" y="105410"/>
                  </a:lnTo>
                  <a:lnTo>
                    <a:pt x="69850" y="86360"/>
                  </a:lnTo>
                  <a:lnTo>
                    <a:pt x="78740" y="69850"/>
                  </a:lnTo>
                  <a:lnTo>
                    <a:pt x="88379" y="54190"/>
                  </a:lnTo>
                  <a:lnTo>
                    <a:pt x="88900" y="54610"/>
                  </a:lnTo>
                  <a:lnTo>
                    <a:pt x="99060" y="39370"/>
                  </a:lnTo>
                  <a:lnTo>
                    <a:pt x="110490" y="25400"/>
                  </a:lnTo>
                  <a:lnTo>
                    <a:pt x="121920" y="13970"/>
                  </a:lnTo>
                  <a:close/>
                </a:path>
                <a:path w="149860" h="1437639">
                  <a:moveTo>
                    <a:pt x="149860" y="1421130"/>
                  </a:moveTo>
                  <a:lnTo>
                    <a:pt x="135890" y="1410970"/>
                  </a:lnTo>
                  <a:lnTo>
                    <a:pt x="124460" y="1400810"/>
                  </a:lnTo>
                  <a:lnTo>
                    <a:pt x="113030" y="1388110"/>
                  </a:lnTo>
                  <a:lnTo>
                    <a:pt x="101600" y="1375410"/>
                  </a:lnTo>
                  <a:lnTo>
                    <a:pt x="91440" y="1361440"/>
                  </a:lnTo>
                  <a:lnTo>
                    <a:pt x="81280" y="1344930"/>
                  </a:lnTo>
                  <a:lnTo>
                    <a:pt x="80797" y="1345247"/>
                  </a:lnTo>
                  <a:lnTo>
                    <a:pt x="72390" y="1328420"/>
                  </a:lnTo>
                  <a:lnTo>
                    <a:pt x="71920" y="1328699"/>
                  </a:lnTo>
                  <a:lnTo>
                    <a:pt x="63500" y="1310640"/>
                  </a:lnTo>
                  <a:lnTo>
                    <a:pt x="55880" y="1291590"/>
                  </a:lnTo>
                  <a:lnTo>
                    <a:pt x="55524" y="1291742"/>
                  </a:lnTo>
                  <a:lnTo>
                    <a:pt x="49530" y="1272540"/>
                  </a:lnTo>
                  <a:lnTo>
                    <a:pt x="43180" y="1252220"/>
                  </a:lnTo>
                  <a:lnTo>
                    <a:pt x="38100" y="1231900"/>
                  </a:lnTo>
                  <a:lnTo>
                    <a:pt x="33020" y="1211580"/>
                  </a:lnTo>
                  <a:lnTo>
                    <a:pt x="30480" y="1189990"/>
                  </a:lnTo>
                  <a:lnTo>
                    <a:pt x="26670" y="1168400"/>
                  </a:lnTo>
                  <a:lnTo>
                    <a:pt x="25400" y="1145540"/>
                  </a:lnTo>
                  <a:lnTo>
                    <a:pt x="21590" y="1092200"/>
                  </a:lnTo>
                  <a:lnTo>
                    <a:pt x="21577" y="322580"/>
                  </a:lnTo>
                  <a:lnTo>
                    <a:pt x="24130" y="269240"/>
                  </a:lnTo>
                  <a:lnTo>
                    <a:pt x="26670" y="247650"/>
                  </a:lnTo>
                  <a:lnTo>
                    <a:pt x="16510" y="246380"/>
                  </a:lnTo>
                  <a:lnTo>
                    <a:pt x="7620" y="245110"/>
                  </a:lnTo>
                  <a:lnTo>
                    <a:pt x="7620" y="246380"/>
                  </a:lnTo>
                  <a:lnTo>
                    <a:pt x="6350" y="267970"/>
                  </a:lnTo>
                  <a:lnTo>
                    <a:pt x="3810" y="322580"/>
                  </a:lnTo>
                  <a:lnTo>
                    <a:pt x="0" y="322580"/>
                  </a:lnTo>
                  <a:lnTo>
                    <a:pt x="0" y="580402"/>
                  </a:lnTo>
                  <a:lnTo>
                    <a:pt x="0" y="830580"/>
                  </a:lnTo>
                  <a:lnTo>
                    <a:pt x="0" y="1093470"/>
                  </a:lnTo>
                  <a:lnTo>
                    <a:pt x="3810" y="1093470"/>
                  </a:lnTo>
                  <a:lnTo>
                    <a:pt x="6350" y="1146810"/>
                  </a:lnTo>
                  <a:lnTo>
                    <a:pt x="6350" y="1148080"/>
                  </a:lnTo>
                  <a:lnTo>
                    <a:pt x="15240" y="1146810"/>
                  </a:lnTo>
                  <a:lnTo>
                    <a:pt x="15875" y="1146810"/>
                  </a:lnTo>
                  <a:lnTo>
                    <a:pt x="6350" y="1148080"/>
                  </a:lnTo>
                  <a:lnTo>
                    <a:pt x="8890" y="1170940"/>
                  </a:lnTo>
                  <a:lnTo>
                    <a:pt x="11430" y="1192530"/>
                  </a:lnTo>
                  <a:lnTo>
                    <a:pt x="15240" y="1214120"/>
                  </a:lnTo>
                  <a:lnTo>
                    <a:pt x="15240" y="1215390"/>
                  </a:lnTo>
                  <a:lnTo>
                    <a:pt x="19050" y="1235710"/>
                  </a:lnTo>
                  <a:lnTo>
                    <a:pt x="19050" y="1236980"/>
                  </a:lnTo>
                  <a:lnTo>
                    <a:pt x="25400" y="1257300"/>
                  </a:lnTo>
                  <a:lnTo>
                    <a:pt x="31750" y="1277620"/>
                  </a:lnTo>
                  <a:lnTo>
                    <a:pt x="38100" y="1297940"/>
                  </a:lnTo>
                  <a:lnTo>
                    <a:pt x="38100" y="1299210"/>
                  </a:lnTo>
                  <a:lnTo>
                    <a:pt x="46990" y="1318260"/>
                  </a:lnTo>
                  <a:lnTo>
                    <a:pt x="54610" y="1337310"/>
                  </a:lnTo>
                  <a:lnTo>
                    <a:pt x="55880" y="1337310"/>
                  </a:lnTo>
                  <a:lnTo>
                    <a:pt x="64770" y="1355090"/>
                  </a:lnTo>
                  <a:lnTo>
                    <a:pt x="66040" y="1355090"/>
                  </a:lnTo>
                  <a:lnTo>
                    <a:pt x="76200" y="1371600"/>
                  </a:lnTo>
                  <a:lnTo>
                    <a:pt x="86360" y="1386840"/>
                  </a:lnTo>
                  <a:lnTo>
                    <a:pt x="97790" y="1400810"/>
                  </a:lnTo>
                  <a:lnTo>
                    <a:pt x="99060" y="1400810"/>
                  </a:lnTo>
                  <a:lnTo>
                    <a:pt x="110490" y="1413510"/>
                  </a:lnTo>
                  <a:lnTo>
                    <a:pt x="111760" y="1414780"/>
                  </a:lnTo>
                  <a:lnTo>
                    <a:pt x="124460" y="1426210"/>
                  </a:lnTo>
                  <a:lnTo>
                    <a:pt x="138430" y="1436370"/>
                  </a:lnTo>
                  <a:lnTo>
                    <a:pt x="138430" y="1437640"/>
                  </a:lnTo>
                  <a:lnTo>
                    <a:pt x="143510" y="1428750"/>
                  </a:lnTo>
                  <a:lnTo>
                    <a:pt x="149860" y="142113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9" name="object 409"/>
            <p:cNvSpPr/>
            <p:nvPr/>
          </p:nvSpPr>
          <p:spPr>
            <a:xfrm>
              <a:off x="4895850" y="2898139"/>
              <a:ext cx="424180" cy="384810"/>
            </a:xfrm>
            <a:custGeom>
              <a:avLst/>
              <a:gdLst/>
              <a:ahLst/>
              <a:cxnLst/>
              <a:rect l="l" t="t" r="r" b="b"/>
              <a:pathLst>
                <a:path w="424179" h="384810">
                  <a:moveTo>
                    <a:pt x="194310" y="2540"/>
                  </a:moveTo>
                  <a:lnTo>
                    <a:pt x="177800" y="1270"/>
                  </a:lnTo>
                  <a:lnTo>
                    <a:pt x="160020" y="0"/>
                  </a:lnTo>
                  <a:lnTo>
                    <a:pt x="158750" y="0"/>
                  </a:lnTo>
                  <a:lnTo>
                    <a:pt x="142240" y="1270"/>
                  </a:lnTo>
                  <a:lnTo>
                    <a:pt x="140970" y="1270"/>
                  </a:lnTo>
                  <a:lnTo>
                    <a:pt x="123190" y="2540"/>
                  </a:lnTo>
                  <a:lnTo>
                    <a:pt x="124612" y="13258"/>
                  </a:lnTo>
                  <a:lnTo>
                    <a:pt x="124460" y="12700"/>
                  </a:lnTo>
                  <a:lnTo>
                    <a:pt x="123190" y="2540"/>
                  </a:lnTo>
                  <a:lnTo>
                    <a:pt x="105410" y="6350"/>
                  </a:lnTo>
                  <a:lnTo>
                    <a:pt x="88900" y="11430"/>
                  </a:lnTo>
                  <a:lnTo>
                    <a:pt x="72390" y="16510"/>
                  </a:lnTo>
                  <a:lnTo>
                    <a:pt x="57150" y="24130"/>
                  </a:lnTo>
                  <a:lnTo>
                    <a:pt x="55880" y="24130"/>
                  </a:lnTo>
                  <a:lnTo>
                    <a:pt x="41910" y="33020"/>
                  </a:lnTo>
                  <a:lnTo>
                    <a:pt x="26670" y="43180"/>
                  </a:lnTo>
                  <a:lnTo>
                    <a:pt x="12700" y="53340"/>
                  </a:lnTo>
                  <a:lnTo>
                    <a:pt x="12700" y="54610"/>
                  </a:lnTo>
                  <a:lnTo>
                    <a:pt x="0" y="66040"/>
                  </a:lnTo>
                  <a:lnTo>
                    <a:pt x="6350" y="72390"/>
                  </a:lnTo>
                  <a:lnTo>
                    <a:pt x="12700" y="80010"/>
                  </a:lnTo>
                  <a:lnTo>
                    <a:pt x="24130" y="68580"/>
                  </a:lnTo>
                  <a:lnTo>
                    <a:pt x="38100" y="58420"/>
                  </a:lnTo>
                  <a:lnTo>
                    <a:pt x="37680" y="57924"/>
                  </a:lnTo>
                  <a:lnTo>
                    <a:pt x="52070" y="49530"/>
                  </a:lnTo>
                  <a:lnTo>
                    <a:pt x="66040" y="40640"/>
                  </a:lnTo>
                  <a:lnTo>
                    <a:pt x="65760" y="40233"/>
                  </a:lnTo>
                  <a:lnTo>
                    <a:pt x="80010" y="34290"/>
                  </a:lnTo>
                  <a:lnTo>
                    <a:pt x="79857" y="33947"/>
                  </a:lnTo>
                  <a:lnTo>
                    <a:pt x="95250" y="29210"/>
                  </a:lnTo>
                  <a:lnTo>
                    <a:pt x="110490" y="24130"/>
                  </a:lnTo>
                  <a:lnTo>
                    <a:pt x="110439" y="23964"/>
                  </a:lnTo>
                  <a:lnTo>
                    <a:pt x="127000" y="21590"/>
                  </a:lnTo>
                  <a:lnTo>
                    <a:pt x="126949" y="21424"/>
                  </a:lnTo>
                  <a:lnTo>
                    <a:pt x="143510" y="19050"/>
                  </a:lnTo>
                  <a:lnTo>
                    <a:pt x="158750" y="19050"/>
                  </a:lnTo>
                  <a:lnTo>
                    <a:pt x="160020" y="19050"/>
                  </a:lnTo>
                  <a:lnTo>
                    <a:pt x="175260" y="19050"/>
                  </a:lnTo>
                  <a:lnTo>
                    <a:pt x="191770" y="21590"/>
                  </a:lnTo>
                  <a:lnTo>
                    <a:pt x="194310" y="2540"/>
                  </a:lnTo>
                  <a:close/>
                </a:path>
                <a:path w="424179" h="384810">
                  <a:moveTo>
                    <a:pt x="424180" y="383540"/>
                  </a:moveTo>
                  <a:lnTo>
                    <a:pt x="421640" y="330200"/>
                  </a:lnTo>
                  <a:lnTo>
                    <a:pt x="421640" y="328930"/>
                  </a:lnTo>
                  <a:lnTo>
                    <a:pt x="412750" y="330200"/>
                  </a:lnTo>
                  <a:lnTo>
                    <a:pt x="412115" y="330200"/>
                  </a:lnTo>
                  <a:lnTo>
                    <a:pt x="421640" y="328930"/>
                  </a:lnTo>
                  <a:lnTo>
                    <a:pt x="419100" y="307340"/>
                  </a:lnTo>
                  <a:lnTo>
                    <a:pt x="416560" y="284480"/>
                  </a:lnTo>
                  <a:lnTo>
                    <a:pt x="412750" y="262890"/>
                  </a:lnTo>
                  <a:lnTo>
                    <a:pt x="407670" y="241300"/>
                  </a:lnTo>
                  <a:lnTo>
                    <a:pt x="402590" y="220980"/>
                  </a:lnTo>
                  <a:lnTo>
                    <a:pt x="402590" y="219710"/>
                  </a:lnTo>
                  <a:lnTo>
                    <a:pt x="396240" y="199390"/>
                  </a:lnTo>
                  <a:lnTo>
                    <a:pt x="389890" y="179070"/>
                  </a:lnTo>
                  <a:lnTo>
                    <a:pt x="388620" y="179070"/>
                  </a:lnTo>
                  <a:lnTo>
                    <a:pt x="381000" y="160020"/>
                  </a:lnTo>
                  <a:lnTo>
                    <a:pt x="372110" y="140970"/>
                  </a:lnTo>
                  <a:lnTo>
                    <a:pt x="372110" y="139700"/>
                  </a:lnTo>
                  <a:lnTo>
                    <a:pt x="361950" y="123190"/>
                  </a:lnTo>
                  <a:lnTo>
                    <a:pt x="353060" y="106680"/>
                  </a:lnTo>
                  <a:lnTo>
                    <a:pt x="351790" y="105410"/>
                  </a:lnTo>
                  <a:lnTo>
                    <a:pt x="341630" y="90170"/>
                  </a:lnTo>
                  <a:lnTo>
                    <a:pt x="340360" y="90170"/>
                  </a:lnTo>
                  <a:lnTo>
                    <a:pt x="328930" y="76200"/>
                  </a:lnTo>
                  <a:lnTo>
                    <a:pt x="317500" y="63500"/>
                  </a:lnTo>
                  <a:lnTo>
                    <a:pt x="317500" y="62230"/>
                  </a:lnTo>
                  <a:lnTo>
                    <a:pt x="316230" y="62230"/>
                  </a:lnTo>
                  <a:lnTo>
                    <a:pt x="303530" y="50800"/>
                  </a:lnTo>
                  <a:lnTo>
                    <a:pt x="289560" y="40640"/>
                  </a:lnTo>
                  <a:lnTo>
                    <a:pt x="289560" y="39370"/>
                  </a:lnTo>
                  <a:lnTo>
                    <a:pt x="275590" y="31750"/>
                  </a:lnTo>
                  <a:lnTo>
                    <a:pt x="274320" y="31750"/>
                  </a:lnTo>
                  <a:lnTo>
                    <a:pt x="260350" y="22860"/>
                  </a:lnTo>
                  <a:lnTo>
                    <a:pt x="259080" y="22860"/>
                  </a:lnTo>
                  <a:lnTo>
                    <a:pt x="245110" y="16510"/>
                  </a:lnTo>
                  <a:lnTo>
                    <a:pt x="243840" y="15240"/>
                  </a:lnTo>
                  <a:lnTo>
                    <a:pt x="228600" y="10160"/>
                  </a:lnTo>
                  <a:lnTo>
                    <a:pt x="212090" y="6350"/>
                  </a:lnTo>
                  <a:lnTo>
                    <a:pt x="195580" y="2540"/>
                  </a:lnTo>
                  <a:lnTo>
                    <a:pt x="194310" y="2540"/>
                  </a:lnTo>
                  <a:lnTo>
                    <a:pt x="193040" y="12700"/>
                  </a:lnTo>
                  <a:lnTo>
                    <a:pt x="191770" y="21590"/>
                  </a:lnTo>
                  <a:lnTo>
                    <a:pt x="207060" y="23952"/>
                  </a:lnTo>
                  <a:lnTo>
                    <a:pt x="207010" y="24130"/>
                  </a:lnTo>
                  <a:lnTo>
                    <a:pt x="222377" y="28867"/>
                  </a:lnTo>
                  <a:lnTo>
                    <a:pt x="222250" y="29210"/>
                  </a:lnTo>
                  <a:lnTo>
                    <a:pt x="237490" y="34290"/>
                  </a:lnTo>
                  <a:lnTo>
                    <a:pt x="237629" y="33731"/>
                  </a:lnTo>
                  <a:lnTo>
                    <a:pt x="251460" y="40640"/>
                  </a:lnTo>
                  <a:lnTo>
                    <a:pt x="251879" y="39649"/>
                  </a:lnTo>
                  <a:lnTo>
                    <a:pt x="265430" y="48260"/>
                  </a:lnTo>
                  <a:lnTo>
                    <a:pt x="278523" y="55410"/>
                  </a:lnTo>
                  <a:lnTo>
                    <a:pt x="278130" y="55880"/>
                  </a:lnTo>
                  <a:lnTo>
                    <a:pt x="291299" y="65468"/>
                  </a:lnTo>
                  <a:lnTo>
                    <a:pt x="290830" y="66040"/>
                  </a:lnTo>
                  <a:lnTo>
                    <a:pt x="303530" y="77470"/>
                  </a:lnTo>
                  <a:lnTo>
                    <a:pt x="304076" y="76822"/>
                  </a:lnTo>
                  <a:lnTo>
                    <a:pt x="314960" y="88900"/>
                  </a:lnTo>
                  <a:lnTo>
                    <a:pt x="326390" y="102870"/>
                  </a:lnTo>
                  <a:lnTo>
                    <a:pt x="326923" y="102425"/>
                  </a:lnTo>
                  <a:lnTo>
                    <a:pt x="336550" y="116840"/>
                  </a:lnTo>
                  <a:lnTo>
                    <a:pt x="337019" y="116459"/>
                  </a:lnTo>
                  <a:lnTo>
                    <a:pt x="345440" y="132080"/>
                  </a:lnTo>
                  <a:lnTo>
                    <a:pt x="355600" y="149860"/>
                  </a:lnTo>
                  <a:lnTo>
                    <a:pt x="355993" y="149593"/>
                  </a:lnTo>
                  <a:lnTo>
                    <a:pt x="363220" y="167640"/>
                  </a:lnTo>
                  <a:lnTo>
                    <a:pt x="371436" y="185254"/>
                  </a:lnTo>
                  <a:lnTo>
                    <a:pt x="370840" y="185420"/>
                  </a:lnTo>
                  <a:lnTo>
                    <a:pt x="378460" y="205740"/>
                  </a:lnTo>
                  <a:lnTo>
                    <a:pt x="384708" y="225767"/>
                  </a:lnTo>
                  <a:lnTo>
                    <a:pt x="383540" y="226060"/>
                  </a:lnTo>
                  <a:lnTo>
                    <a:pt x="389890" y="245110"/>
                  </a:lnTo>
                  <a:lnTo>
                    <a:pt x="393700" y="266700"/>
                  </a:lnTo>
                  <a:lnTo>
                    <a:pt x="397510" y="288290"/>
                  </a:lnTo>
                  <a:lnTo>
                    <a:pt x="397713" y="288239"/>
                  </a:lnTo>
                  <a:lnTo>
                    <a:pt x="401320" y="309880"/>
                  </a:lnTo>
                  <a:lnTo>
                    <a:pt x="402590" y="331470"/>
                  </a:lnTo>
                  <a:lnTo>
                    <a:pt x="405130" y="384810"/>
                  </a:lnTo>
                  <a:lnTo>
                    <a:pt x="415290" y="384810"/>
                  </a:lnTo>
                  <a:lnTo>
                    <a:pt x="424180" y="38354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0" name="object 410"/>
            <p:cNvSpPr/>
            <p:nvPr/>
          </p:nvSpPr>
          <p:spPr>
            <a:xfrm>
              <a:off x="5024120" y="3145789"/>
              <a:ext cx="299720" cy="648970"/>
            </a:xfrm>
            <a:custGeom>
              <a:avLst/>
              <a:gdLst/>
              <a:ahLst/>
              <a:cxnLst/>
              <a:rect l="l" t="t" r="r" b="b"/>
              <a:pathLst>
                <a:path w="299720" h="648970">
                  <a:moveTo>
                    <a:pt x="73660" y="68580"/>
                  </a:moveTo>
                  <a:lnTo>
                    <a:pt x="72390" y="55880"/>
                  </a:lnTo>
                  <a:lnTo>
                    <a:pt x="71120" y="45720"/>
                  </a:lnTo>
                  <a:lnTo>
                    <a:pt x="71120" y="44450"/>
                  </a:lnTo>
                  <a:lnTo>
                    <a:pt x="69850" y="39370"/>
                  </a:lnTo>
                  <a:lnTo>
                    <a:pt x="69456" y="39484"/>
                  </a:lnTo>
                  <a:lnTo>
                    <a:pt x="68580" y="36830"/>
                  </a:lnTo>
                  <a:lnTo>
                    <a:pt x="68580" y="33020"/>
                  </a:lnTo>
                  <a:lnTo>
                    <a:pt x="68580" y="31750"/>
                  </a:lnTo>
                  <a:lnTo>
                    <a:pt x="67310" y="29210"/>
                  </a:lnTo>
                  <a:lnTo>
                    <a:pt x="66040" y="25400"/>
                  </a:lnTo>
                  <a:lnTo>
                    <a:pt x="66040" y="24130"/>
                  </a:lnTo>
                  <a:lnTo>
                    <a:pt x="64770" y="21590"/>
                  </a:lnTo>
                  <a:lnTo>
                    <a:pt x="63500" y="21590"/>
                  </a:lnTo>
                  <a:lnTo>
                    <a:pt x="62230" y="19050"/>
                  </a:lnTo>
                  <a:lnTo>
                    <a:pt x="60960" y="16510"/>
                  </a:lnTo>
                  <a:lnTo>
                    <a:pt x="59690" y="13970"/>
                  </a:lnTo>
                  <a:lnTo>
                    <a:pt x="59690" y="12700"/>
                  </a:lnTo>
                  <a:lnTo>
                    <a:pt x="58420" y="11430"/>
                  </a:lnTo>
                  <a:lnTo>
                    <a:pt x="57150" y="10160"/>
                  </a:lnTo>
                  <a:lnTo>
                    <a:pt x="55880" y="10160"/>
                  </a:lnTo>
                  <a:lnTo>
                    <a:pt x="55880" y="8890"/>
                  </a:lnTo>
                  <a:lnTo>
                    <a:pt x="54610" y="7620"/>
                  </a:lnTo>
                  <a:lnTo>
                    <a:pt x="54203" y="8102"/>
                  </a:lnTo>
                  <a:lnTo>
                    <a:pt x="53340" y="6350"/>
                  </a:lnTo>
                  <a:lnTo>
                    <a:pt x="52070" y="6350"/>
                  </a:lnTo>
                  <a:lnTo>
                    <a:pt x="50800" y="5080"/>
                  </a:lnTo>
                  <a:lnTo>
                    <a:pt x="49530" y="3810"/>
                  </a:lnTo>
                  <a:lnTo>
                    <a:pt x="46990" y="3810"/>
                  </a:lnTo>
                  <a:lnTo>
                    <a:pt x="44450" y="2540"/>
                  </a:lnTo>
                  <a:lnTo>
                    <a:pt x="43180" y="2540"/>
                  </a:lnTo>
                  <a:lnTo>
                    <a:pt x="41910" y="1270"/>
                  </a:lnTo>
                  <a:lnTo>
                    <a:pt x="40640" y="1270"/>
                  </a:lnTo>
                  <a:lnTo>
                    <a:pt x="39370" y="1270"/>
                  </a:lnTo>
                  <a:lnTo>
                    <a:pt x="38100" y="1270"/>
                  </a:lnTo>
                  <a:lnTo>
                    <a:pt x="36830" y="0"/>
                  </a:lnTo>
                  <a:lnTo>
                    <a:pt x="35560" y="0"/>
                  </a:lnTo>
                  <a:lnTo>
                    <a:pt x="33020" y="0"/>
                  </a:lnTo>
                  <a:lnTo>
                    <a:pt x="30480" y="0"/>
                  </a:lnTo>
                  <a:lnTo>
                    <a:pt x="26670" y="1270"/>
                  </a:lnTo>
                  <a:lnTo>
                    <a:pt x="25400" y="1270"/>
                  </a:lnTo>
                  <a:lnTo>
                    <a:pt x="26670" y="10160"/>
                  </a:lnTo>
                  <a:lnTo>
                    <a:pt x="26670" y="10795"/>
                  </a:lnTo>
                  <a:lnTo>
                    <a:pt x="25400" y="1270"/>
                  </a:lnTo>
                  <a:lnTo>
                    <a:pt x="22860" y="1270"/>
                  </a:lnTo>
                  <a:lnTo>
                    <a:pt x="24218" y="11557"/>
                  </a:lnTo>
                  <a:lnTo>
                    <a:pt x="24130" y="11430"/>
                  </a:lnTo>
                  <a:lnTo>
                    <a:pt x="22860" y="1270"/>
                  </a:lnTo>
                  <a:lnTo>
                    <a:pt x="20320" y="2540"/>
                  </a:lnTo>
                  <a:lnTo>
                    <a:pt x="17780" y="3810"/>
                  </a:lnTo>
                  <a:lnTo>
                    <a:pt x="16510" y="3810"/>
                  </a:lnTo>
                  <a:lnTo>
                    <a:pt x="13970" y="5080"/>
                  </a:lnTo>
                  <a:lnTo>
                    <a:pt x="12700" y="6350"/>
                  </a:lnTo>
                  <a:lnTo>
                    <a:pt x="13068" y="6807"/>
                  </a:lnTo>
                  <a:lnTo>
                    <a:pt x="11430" y="7620"/>
                  </a:lnTo>
                  <a:lnTo>
                    <a:pt x="10160" y="7620"/>
                  </a:lnTo>
                  <a:lnTo>
                    <a:pt x="8890" y="8890"/>
                  </a:lnTo>
                  <a:lnTo>
                    <a:pt x="7620" y="11430"/>
                  </a:lnTo>
                  <a:lnTo>
                    <a:pt x="6350" y="11430"/>
                  </a:lnTo>
                  <a:lnTo>
                    <a:pt x="6350" y="12700"/>
                  </a:lnTo>
                  <a:lnTo>
                    <a:pt x="5080" y="13970"/>
                  </a:lnTo>
                  <a:lnTo>
                    <a:pt x="3810" y="15240"/>
                  </a:lnTo>
                  <a:lnTo>
                    <a:pt x="2540" y="17780"/>
                  </a:lnTo>
                  <a:lnTo>
                    <a:pt x="1270" y="19050"/>
                  </a:lnTo>
                  <a:lnTo>
                    <a:pt x="1270" y="21590"/>
                  </a:lnTo>
                  <a:lnTo>
                    <a:pt x="0" y="24130"/>
                  </a:lnTo>
                  <a:lnTo>
                    <a:pt x="8890" y="26670"/>
                  </a:lnTo>
                  <a:lnTo>
                    <a:pt x="16510" y="31750"/>
                  </a:lnTo>
                  <a:lnTo>
                    <a:pt x="16510" y="30480"/>
                  </a:lnTo>
                  <a:lnTo>
                    <a:pt x="17780" y="29210"/>
                  </a:lnTo>
                  <a:lnTo>
                    <a:pt x="19050" y="27940"/>
                  </a:lnTo>
                  <a:lnTo>
                    <a:pt x="19862" y="26301"/>
                  </a:lnTo>
                  <a:lnTo>
                    <a:pt x="20320" y="26670"/>
                  </a:lnTo>
                  <a:lnTo>
                    <a:pt x="21590" y="24130"/>
                  </a:lnTo>
                  <a:lnTo>
                    <a:pt x="22860" y="24130"/>
                  </a:lnTo>
                  <a:lnTo>
                    <a:pt x="22860" y="23495"/>
                  </a:lnTo>
                  <a:lnTo>
                    <a:pt x="24130" y="22860"/>
                  </a:lnTo>
                  <a:lnTo>
                    <a:pt x="24130" y="21590"/>
                  </a:lnTo>
                  <a:lnTo>
                    <a:pt x="25400" y="21590"/>
                  </a:lnTo>
                  <a:lnTo>
                    <a:pt x="26670" y="21590"/>
                  </a:lnTo>
                  <a:lnTo>
                    <a:pt x="27940" y="20320"/>
                  </a:lnTo>
                  <a:lnTo>
                    <a:pt x="29210" y="20320"/>
                  </a:lnTo>
                  <a:lnTo>
                    <a:pt x="33020" y="19367"/>
                  </a:lnTo>
                  <a:lnTo>
                    <a:pt x="33020" y="20320"/>
                  </a:lnTo>
                  <a:lnTo>
                    <a:pt x="35560" y="20320"/>
                  </a:lnTo>
                  <a:lnTo>
                    <a:pt x="36830" y="20320"/>
                  </a:lnTo>
                  <a:lnTo>
                    <a:pt x="38100" y="10160"/>
                  </a:lnTo>
                  <a:lnTo>
                    <a:pt x="38252" y="9613"/>
                  </a:lnTo>
                  <a:lnTo>
                    <a:pt x="36830" y="20320"/>
                  </a:lnTo>
                  <a:lnTo>
                    <a:pt x="38100" y="20320"/>
                  </a:lnTo>
                  <a:lnTo>
                    <a:pt x="39370" y="20320"/>
                  </a:lnTo>
                  <a:lnTo>
                    <a:pt x="40640" y="21590"/>
                  </a:lnTo>
                  <a:lnTo>
                    <a:pt x="41910" y="22860"/>
                  </a:lnTo>
                  <a:lnTo>
                    <a:pt x="43180" y="24130"/>
                  </a:lnTo>
                  <a:lnTo>
                    <a:pt x="43561" y="23660"/>
                  </a:lnTo>
                  <a:lnTo>
                    <a:pt x="43180" y="24130"/>
                  </a:lnTo>
                  <a:lnTo>
                    <a:pt x="44450" y="25400"/>
                  </a:lnTo>
                  <a:lnTo>
                    <a:pt x="45720" y="27940"/>
                  </a:lnTo>
                  <a:lnTo>
                    <a:pt x="46990" y="30480"/>
                  </a:lnTo>
                  <a:lnTo>
                    <a:pt x="48260" y="33020"/>
                  </a:lnTo>
                  <a:lnTo>
                    <a:pt x="48742" y="32740"/>
                  </a:lnTo>
                  <a:lnTo>
                    <a:pt x="49530" y="34290"/>
                  </a:lnTo>
                  <a:lnTo>
                    <a:pt x="49530" y="36830"/>
                  </a:lnTo>
                  <a:lnTo>
                    <a:pt x="49530" y="38100"/>
                  </a:lnTo>
                  <a:lnTo>
                    <a:pt x="49898" y="37960"/>
                  </a:lnTo>
                  <a:lnTo>
                    <a:pt x="50800" y="40640"/>
                  </a:lnTo>
                  <a:lnTo>
                    <a:pt x="50800" y="43180"/>
                  </a:lnTo>
                  <a:lnTo>
                    <a:pt x="61506" y="41757"/>
                  </a:lnTo>
                  <a:lnTo>
                    <a:pt x="60960" y="41910"/>
                  </a:lnTo>
                  <a:lnTo>
                    <a:pt x="50800" y="43180"/>
                  </a:lnTo>
                  <a:lnTo>
                    <a:pt x="50800" y="44450"/>
                  </a:lnTo>
                  <a:lnTo>
                    <a:pt x="52070" y="48260"/>
                  </a:lnTo>
                  <a:lnTo>
                    <a:pt x="52197" y="48234"/>
                  </a:lnTo>
                  <a:lnTo>
                    <a:pt x="53340" y="58420"/>
                  </a:lnTo>
                  <a:lnTo>
                    <a:pt x="54610" y="71120"/>
                  </a:lnTo>
                  <a:lnTo>
                    <a:pt x="55880" y="85090"/>
                  </a:lnTo>
                  <a:lnTo>
                    <a:pt x="73660" y="85090"/>
                  </a:lnTo>
                  <a:lnTo>
                    <a:pt x="73660" y="69850"/>
                  </a:lnTo>
                  <a:lnTo>
                    <a:pt x="73660" y="68580"/>
                  </a:lnTo>
                  <a:close/>
                </a:path>
                <a:path w="299720" h="648970">
                  <a:moveTo>
                    <a:pt x="299720" y="135890"/>
                  </a:moveTo>
                  <a:lnTo>
                    <a:pt x="276860" y="135890"/>
                  </a:lnTo>
                  <a:lnTo>
                    <a:pt x="276860" y="398792"/>
                  </a:lnTo>
                  <a:lnTo>
                    <a:pt x="280670" y="398792"/>
                  </a:lnTo>
                  <a:lnTo>
                    <a:pt x="280670" y="648970"/>
                  </a:lnTo>
                  <a:lnTo>
                    <a:pt x="290830" y="648970"/>
                  </a:lnTo>
                  <a:lnTo>
                    <a:pt x="299720" y="648970"/>
                  </a:lnTo>
                  <a:lnTo>
                    <a:pt x="299720" y="398792"/>
                  </a:lnTo>
                  <a:lnTo>
                    <a:pt x="299720" y="13589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1" name="object 411"/>
            <p:cNvSpPr/>
            <p:nvPr/>
          </p:nvSpPr>
          <p:spPr>
            <a:xfrm>
              <a:off x="5011420" y="3168649"/>
              <a:ext cx="29209" cy="829310"/>
            </a:xfrm>
            <a:custGeom>
              <a:avLst/>
              <a:gdLst/>
              <a:ahLst/>
              <a:cxnLst/>
              <a:rect l="l" t="t" r="r" b="b"/>
              <a:pathLst>
                <a:path w="29210" h="829310">
                  <a:moveTo>
                    <a:pt x="22860" y="40640"/>
                  </a:moveTo>
                  <a:lnTo>
                    <a:pt x="12700" y="39370"/>
                  </a:lnTo>
                  <a:lnTo>
                    <a:pt x="3810" y="38100"/>
                  </a:lnTo>
                  <a:lnTo>
                    <a:pt x="3810" y="39370"/>
                  </a:lnTo>
                  <a:lnTo>
                    <a:pt x="2540" y="54610"/>
                  </a:lnTo>
                  <a:lnTo>
                    <a:pt x="1270" y="72390"/>
                  </a:lnTo>
                  <a:lnTo>
                    <a:pt x="1270" y="73660"/>
                  </a:lnTo>
                  <a:lnTo>
                    <a:pt x="1270" y="95250"/>
                  </a:lnTo>
                  <a:lnTo>
                    <a:pt x="0" y="95250"/>
                  </a:lnTo>
                  <a:lnTo>
                    <a:pt x="0" y="829310"/>
                  </a:lnTo>
                  <a:lnTo>
                    <a:pt x="19050" y="829310"/>
                  </a:lnTo>
                  <a:lnTo>
                    <a:pt x="19050" y="95250"/>
                  </a:lnTo>
                  <a:lnTo>
                    <a:pt x="20320" y="73660"/>
                  </a:lnTo>
                  <a:lnTo>
                    <a:pt x="21590" y="55880"/>
                  </a:lnTo>
                  <a:lnTo>
                    <a:pt x="22860" y="40640"/>
                  </a:lnTo>
                  <a:close/>
                </a:path>
                <a:path w="29210" h="829310">
                  <a:moveTo>
                    <a:pt x="29210" y="7620"/>
                  </a:moveTo>
                  <a:lnTo>
                    <a:pt x="21590" y="3810"/>
                  </a:lnTo>
                  <a:lnTo>
                    <a:pt x="12700" y="0"/>
                  </a:lnTo>
                  <a:lnTo>
                    <a:pt x="11430" y="2540"/>
                  </a:lnTo>
                  <a:lnTo>
                    <a:pt x="10160" y="3810"/>
                  </a:lnTo>
                  <a:lnTo>
                    <a:pt x="8890" y="6350"/>
                  </a:lnTo>
                  <a:lnTo>
                    <a:pt x="8890" y="10160"/>
                  </a:lnTo>
                  <a:lnTo>
                    <a:pt x="7620" y="11430"/>
                  </a:lnTo>
                  <a:lnTo>
                    <a:pt x="6350" y="15240"/>
                  </a:lnTo>
                  <a:lnTo>
                    <a:pt x="6350" y="19050"/>
                  </a:lnTo>
                  <a:lnTo>
                    <a:pt x="6350" y="20320"/>
                  </a:lnTo>
                  <a:lnTo>
                    <a:pt x="5080" y="25400"/>
                  </a:lnTo>
                  <a:lnTo>
                    <a:pt x="3810" y="38100"/>
                  </a:lnTo>
                  <a:lnTo>
                    <a:pt x="22860" y="40640"/>
                  </a:lnTo>
                  <a:lnTo>
                    <a:pt x="24130" y="27940"/>
                  </a:lnTo>
                  <a:lnTo>
                    <a:pt x="24130" y="24130"/>
                  </a:lnTo>
                  <a:lnTo>
                    <a:pt x="25400" y="19050"/>
                  </a:lnTo>
                  <a:lnTo>
                    <a:pt x="26289" y="16357"/>
                  </a:lnTo>
                  <a:lnTo>
                    <a:pt x="26670" y="16510"/>
                  </a:lnTo>
                  <a:lnTo>
                    <a:pt x="27940" y="12700"/>
                  </a:lnTo>
                  <a:lnTo>
                    <a:pt x="29210" y="10160"/>
                  </a:lnTo>
                  <a:lnTo>
                    <a:pt x="28663" y="9969"/>
                  </a:lnTo>
                  <a:lnTo>
                    <a:pt x="29210" y="8890"/>
                  </a:lnTo>
                  <a:lnTo>
                    <a:pt x="29210" y="762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2" name="object 412"/>
          <p:cNvSpPr/>
          <p:nvPr/>
        </p:nvSpPr>
        <p:spPr>
          <a:xfrm>
            <a:off x="3358515" y="2886075"/>
            <a:ext cx="560068" cy="15557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13" name="object 413"/>
          <p:cNvGrpSpPr/>
          <p:nvPr/>
        </p:nvGrpSpPr>
        <p:grpSpPr>
          <a:xfrm>
            <a:off x="5011420" y="3230879"/>
            <a:ext cx="88900" cy="962660"/>
            <a:chOff x="5011420" y="3230879"/>
            <a:chExt cx="88900" cy="962660"/>
          </a:xfrm>
        </p:grpSpPr>
        <p:sp>
          <p:nvSpPr>
            <p:cNvPr id="414" name="object 414"/>
            <p:cNvSpPr/>
            <p:nvPr/>
          </p:nvSpPr>
          <p:spPr>
            <a:xfrm>
              <a:off x="5011420" y="3986529"/>
              <a:ext cx="88900" cy="20700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5080000" y="3230879"/>
              <a:ext cx="20320" cy="755650"/>
            </a:xfrm>
            <a:custGeom>
              <a:avLst/>
              <a:gdLst/>
              <a:ahLst/>
              <a:cxnLst/>
              <a:rect l="l" t="t" r="r" b="b"/>
              <a:pathLst>
                <a:path w="20320" h="755650">
                  <a:moveTo>
                    <a:pt x="20320" y="0"/>
                  </a:moveTo>
                  <a:lnTo>
                    <a:pt x="0" y="0"/>
                  </a:lnTo>
                  <a:lnTo>
                    <a:pt x="0" y="755650"/>
                  </a:lnTo>
                  <a:lnTo>
                    <a:pt x="20320" y="755650"/>
                  </a:lnTo>
                  <a:lnTo>
                    <a:pt x="20320" y="83820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6" name="object 416"/>
          <p:cNvGrpSpPr/>
          <p:nvPr/>
        </p:nvGrpSpPr>
        <p:grpSpPr>
          <a:xfrm>
            <a:off x="5387975" y="2929255"/>
            <a:ext cx="518159" cy="1480820"/>
            <a:chOff x="5387975" y="2929255"/>
            <a:chExt cx="518159" cy="1480820"/>
          </a:xfrm>
        </p:grpSpPr>
        <p:sp>
          <p:nvSpPr>
            <p:cNvPr id="417" name="object 417"/>
            <p:cNvSpPr/>
            <p:nvPr/>
          </p:nvSpPr>
          <p:spPr>
            <a:xfrm>
              <a:off x="5397500" y="29387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10" h="1461770">
                  <a:moveTo>
                    <a:pt x="499110" y="0"/>
                  </a:moveTo>
                  <a:lnTo>
                    <a:pt x="312420" y="0"/>
                  </a:lnTo>
                  <a:lnTo>
                    <a:pt x="312420" y="657860"/>
                  </a:lnTo>
                  <a:lnTo>
                    <a:pt x="186689" y="0"/>
                  </a:lnTo>
                  <a:lnTo>
                    <a:pt x="0" y="0"/>
                  </a:lnTo>
                  <a:lnTo>
                    <a:pt x="0" y="1461770"/>
                  </a:lnTo>
                  <a:lnTo>
                    <a:pt x="186689" y="1461770"/>
                  </a:lnTo>
                  <a:lnTo>
                    <a:pt x="186689" y="797560"/>
                  </a:lnTo>
                  <a:lnTo>
                    <a:pt x="303529" y="1461770"/>
                  </a:lnTo>
                  <a:lnTo>
                    <a:pt x="499110" y="1461770"/>
                  </a:lnTo>
                  <a:lnTo>
                    <a:pt x="499110" y="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5397500" y="29387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10" h="1461770">
                  <a:moveTo>
                    <a:pt x="499110" y="0"/>
                  </a:moveTo>
                  <a:lnTo>
                    <a:pt x="499110" y="1461770"/>
                  </a:lnTo>
                  <a:lnTo>
                    <a:pt x="303529" y="1461770"/>
                  </a:lnTo>
                  <a:lnTo>
                    <a:pt x="186689" y="797560"/>
                  </a:lnTo>
                  <a:lnTo>
                    <a:pt x="186689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186689" y="0"/>
                  </a:lnTo>
                  <a:lnTo>
                    <a:pt x="312420" y="657860"/>
                  </a:lnTo>
                  <a:lnTo>
                    <a:pt x="312420" y="0"/>
                  </a:lnTo>
                  <a:lnTo>
                    <a:pt x="499110" y="0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9" name="object 419"/>
          <p:cNvGrpSpPr/>
          <p:nvPr/>
        </p:nvGrpSpPr>
        <p:grpSpPr>
          <a:xfrm>
            <a:off x="7888605" y="2929255"/>
            <a:ext cx="378460" cy="1480820"/>
            <a:chOff x="7888605" y="2929255"/>
            <a:chExt cx="378460" cy="1480820"/>
          </a:xfrm>
        </p:grpSpPr>
        <p:sp>
          <p:nvSpPr>
            <p:cNvPr id="420" name="object 420"/>
            <p:cNvSpPr/>
            <p:nvPr/>
          </p:nvSpPr>
          <p:spPr>
            <a:xfrm>
              <a:off x="7898130" y="2938779"/>
              <a:ext cx="359410" cy="1461770"/>
            </a:xfrm>
            <a:custGeom>
              <a:avLst/>
              <a:gdLst/>
              <a:ahLst/>
              <a:cxnLst/>
              <a:rect l="l" t="t" r="r" b="b"/>
              <a:pathLst>
                <a:path w="359409" h="1461770">
                  <a:moveTo>
                    <a:pt x="222250" y="0"/>
                  </a:moveTo>
                  <a:lnTo>
                    <a:pt x="209550" y="0"/>
                  </a:lnTo>
                  <a:lnTo>
                    <a:pt x="209550" y="1156970"/>
                  </a:lnTo>
                  <a:lnTo>
                    <a:pt x="222250" y="1156970"/>
                  </a:lnTo>
                  <a:lnTo>
                    <a:pt x="222250" y="0"/>
                  </a:lnTo>
                  <a:close/>
                </a:path>
                <a:path w="359409" h="1461770">
                  <a:moveTo>
                    <a:pt x="359410" y="1169670"/>
                  </a:moveTo>
                  <a:lnTo>
                    <a:pt x="0" y="1169670"/>
                  </a:lnTo>
                  <a:lnTo>
                    <a:pt x="0" y="1449070"/>
                  </a:lnTo>
                  <a:lnTo>
                    <a:pt x="0" y="1461770"/>
                  </a:lnTo>
                  <a:lnTo>
                    <a:pt x="359410" y="1461770"/>
                  </a:lnTo>
                  <a:lnTo>
                    <a:pt x="359410" y="1449070"/>
                  </a:lnTo>
                  <a:lnTo>
                    <a:pt x="359410" y="1169670"/>
                  </a:lnTo>
                  <a:close/>
                </a:path>
              </a:pathLst>
            </a:custGeom>
            <a:solidFill>
              <a:srgbClr val="98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7898129" y="2938780"/>
              <a:ext cx="359410" cy="1461770"/>
            </a:xfrm>
            <a:custGeom>
              <a:avLst/>
              <a:gdLst/>
              <a:ahLst/>
              <a:cxnLst/>
              <a:rect l="l" t="t" r="r" b="b"/>
              <a:pathLst>
                <a:path w="359409" h="1461770">
                  <a:moveTo>
                    <a:pt x="222250" y="0"/>
                  </a:moveTo>
                  <a:lnTo>
                    <a:pt x="222250" y="1169670"/>
                  </a:lnTo>
                  <a:lnTo>
                    <a:pt x="359410" y="1169670"/>
                  </a:lnTo>
                  <a:lnTo>
                    <a:pt x="359410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222250" y="0"/>
                  </a:lnTo>
                  <a:close/>
                </a:path>
              </a:pathLst>
            </a:custGeom>
            <a:ln w="19048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2" name="object 422"/>
          <p:cNvGraphicFramePr>
            <a:graphicFrameLocks noGrp="1"/>
          </p:cNvGraphicFramePr>
          <p:nvPr/>
        </p:nvGraphicFramePr>
        <p:xfrm>
          <a:off x="8295005" y="2922905"/>
          <a:ext cx="544195" cy="1572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840"/>
                <a:gridCol w="213355"/>
              </a:tblGrid>
              <a:tr h="31567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8CCFF"/>
                      </a:solidFill>
                      <a:prstDash val="solid"/>
                    </a:lnL>
                    <a:lnR w="53975">
                      <a:solidFill>
                        <a:srgbClr val="98CCFF"/>
                      </a:solidFill>
                      <a:prstDash val="solid"/>
                    </a:lnR>
                    <a:lnT w="19050">
                      <a:solidFill>
                        <a:srgbClr val="98CCFF"/>
                      </a:solidFill>
                      <a:prstDash val="solid"/>
                    </a:lnT>
                    <a:lnB w="28575">
                      <a:solidFill>
                        <a:srgbClr val="98CCFF"/>
                      </a:solidFill>
                      <a:prstDash val="solid"/>
                    </a:lnB>
                    <a:solidFill>
                      <a:srgbClr val="0066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05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8CCFF"/>
                      </a:solidFill>
                      <a:prstDash val="solid"/>
                    </a:lnL>
                    <a:lnR w="28575">
                      <a:solidFill>
                        <a:srgbClr val="98CCFF"/>
                      </a:solidFill>
                      <a:prstDash val="solid"/>
                    </a:lnR>
                    <a:lnT w="28575">
                      <a:solidFill>
                        <a:srgbClr val="98CCFF"/>
                      </a:solidFill>
                      <a:prstDash val="solid"/>
                    </a:lnT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8CCFF"/>
                      </a:solidFill>
                      <a:prstDash val="solid"/>
                    </a:lnL>
                    <a:lnR w="53975">
                      <a:solidFill>
                        <a:srgbClr val="98CCFF"/>
                      </a:solidFill>
                      <a:prstDash val="solid"/>
                    </a:lnR>
                    <a:lnT w="28575">
                      <a:solidFill>
                        <a:srgbClr val="98CCFF"/>
                      </a:solidFill>
                      <a:prstDash val="solid"/>
                    </a:lnT>
                    <a:lnB w="19050">
                      <a:solidFill>
                        <a:srgbClr val="98CCFF"/>
                      </a:solidFill>
                      <a:prstDash val="solid"/>
                    </a:lnB>
                  </a:tcPr>
                </a:tc>
              </a:tr>
              <a:tr h="300579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8CCFF"/>
                      </a:solidFill>
                      <a:prstDash val="solid"/>
                    </a:lnL>
                    <a:lnR w="53975">
                      <a:solidFill>
                        <a:srgbClr val="98CCFF"/>
                      </a:solidFill>
                      <a:prstDash val="solid"/>
                    </a:lnR>
                    <a:lnB w="28575">
                      <a:solidFill>
                        <a:srgbClr val="98CCFF"/>
                      </a:solidFill>
                      <a:prstDash val="solid"/>
                    </a:lnB>
                    <a:solidFill>
                      <a:srgbClr val="0066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4038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8CCFF"/>
                      </a:solidFill>
                      <a:prstDash val="solid"/>
                    </a:lnL>
                    <a:lnR w="28575">
                      <a:solidFill>
                        <a:srgbClr val="98CCFF"/>
                      </a:solidFill>
                      <a:prstDash val="solid"/>
                    </a:lnR>
                    <a:lnT w="28575">
                      <a:solidFill>
                        <a:srgbClr val="98CCFF"/>
                      </a:solidFill>
                      <a:prstDash val="solid"/>
                    </a:lnT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98CCFF"/>
                      </a:solidFill>
                      <a:prstDash val="solid"/>
                    </a:lnL>
                    <a:lnR w="53975">
                      <a:solidFill>
                        <a:srgbClr val="98CCFF"/>
                      </a:solidFill>
                      <a:prstDash val="solid"/>
                    </a:lnR>
                    <a:lnT w="28575">
                      <a:solidFill>
                        <a:srgbClr val="98CCFF"/>
                      </a:solidFill>
                      <a:prstDash val="solid"/>
                    </a:lnT>
                  </a:tcPr>
                </a:tc>
              </a:tr>
              <a:tr h="31567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98CCFF"/>
                      </a:solidFill>
                      <a:prstDash val="solid"/>
                    </a:lnL>
                    <a:lnR w="53975">
                      <a:solidFill>
                        <a:srgbClr val="98CCFF"/>
                      </a:solidFill>
                      <a:prstDash val="solid"/>
                    </a:lnR>
                    <a:solidFill>
                      <a:srgbClr val="0066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423" name="object 423"/>
          <p:cNvGrpSpPr/>
          <p:nvPr/>
        </p:nvGrpSpPr>
        <p:grpSpPr>
          <a:xfrm>
            <a:off x="219075" y="2916555"/>
            <a:ext cx="241300" cy="1480820"/>
            <a:chOff x="219075" y="2916555"/>
            <a:chExt cx="241300" cy="1480820"/>
          </a:xfrm>
        </p:grpSpPr>
        <p:sp>
          <p:nvSpPr>
            <p:cNvPr id="424" name="object 424"/>
            <p:cNvSpPr/>
            <p:nvPr/>
          </p:nvSpPr>
          <p:spPr>
            <a:xfrm>
              <a:off x="228599" y="2926080"/>
              <a:ext cx="222250" cy="1461770"/>
            </a:xfrm>
            <a:custGeom>
              <a:avLst/>
              <a:gdLst/>
              <a:ahLst/>
              <a:cxnLst/>
              <a:rect l="l" t="t" r="r" b="b"/>
              <a:pathLst>
                <a:path w="222250" h="1461770">
                  <a:moveTo>
                    <a:pt x="222250" y="0"/>
                  </a:moveTo>
                  <a:lnTo>
                    <a:pt x="0" y="0"/>
                  </a:lnTo>
                  <a:lnTo>
                    <a:pt x="0" y="1461770"/>
                  </a:lnTo>
                  <a:lnTo>
                    <a:pt x="222250" y="1461770"/>
                  </a:lnTo>
                  <a:lnTo>
                    <a:pt x="22225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228599" y="2926080"/>
              <a:ext cx="222250" cy="1461770"/>
            </a:xfrm>
            <a:custGeom>
              <a:avLst/>
              <a:gdLst/>
              <a:ahLst/>
              <a:cxnLst/>
              <a:rect l="l" t="t" r="r" b="b"/>
              <a:pathLst>
                <a:path w="222250" h="1461770">
                  <a:moveTo>
                    <a:pt x="222250" y="0"/>
                  </a:moveTo>
                  <a:lnTo>
                    <a:pt x="222250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222250" y="0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6" name="object 426"/>
          <p:cNvGrpSpPr/>
          <p:nvPr/>
        </p:nvGrpSpPr>
        <p:grpSpPr>
          <a:xfrm>
            <a:off x="531495" y="2916555"/>
            <a:ext cx="518159" cy="1480820"/>
            <a:chOff x="531495" y="2916555"/>
            <a:chExt cx="518159" cy="1480820"/>
          </a:xfrm>
        </p:grpSpPr>
        <p:sp>
          <p:nvSpPr>
            <p:cNvPr id="427" name="object 427"/>
            <p:cNvSpPr/>
            <p:nvPr/>
          </p:nvSpPr>
          <p:spPr>
            <a:xfrm>
              <a:off x="541020" y="29260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09" h="1461770">
                  <a:moveTo>
                    <a:pt x="499110" y="0"/>
                  </a:moveTo>
                  <a:lnTo>
                    <a:pt x="312420" y="0"/>
                  </a:lnTo>
                  <a:lnTo>
                    <a:pt x="312420" y="657860"/>
                  </a:lnTo>
                  <a:lnTo>
                    <a:pt x="186689" y="0"/>
                  </a:lnTo>
                  <a:lnTo>
                    <a:pt x="0" y="0"/>
                  </a:lnTo>
                  <a:lnTo>
                    <a:pt x="0" y="1461770"/>
                  </a:lnTo>
                  <a:lnTo>
                    <a:pt x="186689" y="1461770"/>
                  </a:lnTo>
                  <a:lnTo>
                    <a:pt x="186689" y="797560"/>
                  </a:lnTo>
                  <a:lnTo>
                    <a:pt x="303530" y="1461770"/>
                  </a:lnTo>
                  <a:lnTo>
                    <a:pt x="499110" y="1461770"/>
                  </a:lnTo>
                  <a:lnTo>
                    <a:pt x="49911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541020" y="29260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09" h="1461770">
                  <a:moveTo>
                    <a:pt x="499110" y="0"/>
                  </a:moveTo>
                  <a:lnTo>
                    <a:pt x="499110" y="1461770"/>
                  </a:lnTo>
                  <a:lnTo>
                    <a:pt x="303530" y="1461770"/>
                  </a:lnTo>
                  <a:lnTo>
                    <a:pt x="186689" y="797560"/>
                  </a:lnTo>
                  <a:lnTo>
                    <a:pt x="186689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186689" y="0"/>
                  </a:lnTo>
                  <a:lnTo>
                    <a:pt x="312420" y="657860"/>
                  </a:lnTo>
                  <a:lnTo>
                    <a:pt x="312420" y="0"/>
                  </a:lnTo>
                  <a:lnTo>
                    <a:pt x="499110" y="0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9" name="object 429"/>
          <p:cNvGrpSpPr/>
          <p:nvPr/>
        </p:nvGrpSpPr>
        <p:grpSpPr>
          <a:xfrm>
            <a:off x="1101725" y="2886075"/>
            <a:ext cx="530860" cy="1543050"/>
            <a:chOff x="1101725" y="2886075"/>
            <a:chExt cx="530860" cy="1543050"/>
          </a:xfrm>
        </p:grpSpPr>
        <p:sp>
          <p:nvSpPr>
            <p:cNvPr id="430" name="object 430"/>
            <p:cNvSpPr/>
            <p:nvPr/>
          </p:nvSpPr>
          <p:spPr>
            <a:xfrm>
              <a:off x="1111250" y="2895599"/>
              <a:ext cx="511809" cy="1524000"/>
            </a:xfrm>
            <a:custGeom>
              <a:avLst/>
              <a:gdLst/>
              <a:ahLst/>
              <a:cxnLst/>
              <a:rect l="l" t="t" r="r" b="b"/>
              <a:pathLst>
                <a:path w="511809" h="1524000">
                  <a:moveTo>
                    <a:pt x="264159" y="0"/>
                  </a:moveTo>
                  <a:lnTo>
                    <a:pt x="223519" y="0"/>
                  </a:lnTo>
                  <a:lnTo>
                    <a:pt x="204469" y="2539"/>
                  </a:lnTo>
                  <a:lnTo>
                    <a:pt x="137159" y="24129"/>
                  </a:lnTo>
                  <a:lnTo>
                    <a:pt x="93980" y="55879"/>
                  </a:lnTo>
                  <a:lnTo>
                    <a:pt x="81280" y="67310"/>
                  </a:lnTo>
                  <a:lnTo>
                    <a:pt x="49530" y="111760"/>
                  </a:lnTo>
                  <a:lnTo>
                    <a:pt x="33019" y="147320"/>
                  </a:lnTo>
                  <a:lnTo>
                    <a:pt x="25400" y="165100"/>
                  </a:lnTo>
                  <a:lnTo>
                    <a:pt x="15240" y="209550"/>
                  </a:lnTo>
                  <a:lnTo>
                    <a:pt x="6350" y="265429"/>
                  </a:lnTo>
                  <a:lnTo>
                    <a:pt x="1269" y="332739"/>
                  </a:lnTo>
                  <a:lnTo>
                    <a:pt x="1269" y="369570"/>
                  </a:lnTo>
                  <a:lnTo>
                    <a:pt x="0" y="410210"/>
                  </a:lnTo>
                  <a:lnTo>
                    <a:pt x="1269" y="439420"/>
                  </a:lnTo>
                  <a:lnTo>
                    <a:pt x="1269" y="466089"/>
                  </a:lnTo>
                  <a:lnTo>
                    <a:pt x="2540" y="492760"/>
                  </a:lnTo>
                  <a:lnTo>
                    <a:pt x="7619" y="541020"/>
                  </a:lnTo>
                  <a:lnTo>
                    <a:pt x="11430" y="562610"/>
                  </a:lnTo>
                  <a:lnTo>
                    <a:pt x="13969" y="582929"/>
                  </a:lnTo>
                  <a:lnTo>
                    <a:pt x="19050" y="601979"/>
                  </a:lnTo>
                  <a:lnTo>
                    <a:pt x="22859" y="621029"/>
                  </a:lnTo>
                  <a:lnTo>
                    <a:pt x="33019" y="654050"/>
                  </a:lnTo>
                  <a:lnTo>
                    <a:pt x="38100" y="669289"/>
                  </a:lnTo>
                  <a:lnTo>
                    <a:pt x="44450" y="683260"/>
                  </a:lnTo>
                  <a:lnTo>
                    <a:pt x="49530" y="695960"/>
                  </a:lnTo>
                  <a:lnTo>
                    <a:pt x="57150" y="708660"/>
                  </a:lnTo>
                  <a:lnTo>
                    <a:pt x="63500" y="720089"/>
                  </a:lnTo>
                  <a:lnTo>
                    <a:pt x="71119" y="731519"/>
                  </a:lnTo>
                  <a:lnTo>
                    <a:pt x="80009" y="744219"/>
                  </a:lnTo>
                  <a:lnTo>
                    <a:pt x="104140" y="774700"/>
                  </a:lnTo>
                  <a:lnTo>
                    <a:pt x="135890" y="812800"/>
                  </a:lnTo>
                  <a:lnTo>
                    <a:pt x="173990" y="855980"/>
                  </a:lnTo>
                  <a:lnTo>
                    <a:pt x="210819" y="899160"/>
                  </a:lnTo>
                  <a:lnTo>
                    <a:pt x="254000" y="951230"/>
                  </a:lnTo>
                  <a:lnTo>
                    <a:pt x="264159" y="965200"/>
                  </a:lnTo>
                  <a:lnTo>
                    <a:pt x="271780" y="979169"/>
                  </a:lnTo>
                  <a:lnTo>
                    <a:pt x="278130" y="989330"/>
                  </a:lnTo>
                  <a:lnTo>
                    <a:pt x="280669" y="994410"/>
                  </a:lnTo>
                  <a:lnTo>
                    <a:pt x="283209" y="1000760"/>
                  </a:lnTo>
                  <a:lnTo>
                    <a:pt x="284480" y="1007110"/>
                  </a:lnTo>
                  <a:lnTo>
                    <a:pt x="287019" y="1014730"/>
                  </a:lnTo>
                  <a:lnTo>
                    <a:pt x="288290" y="1022350"/>
                  </a:lnTo>
                  <a:lnTo>
                    <a:pt x="290830" y="1031239"/>
                  </a:lnTo>
                  <a:lnTo>
                    <a:pt x="295909" y="1073150"/>
                  </a:lnTo>
                  <a:lnTo>
                    <a:pt x="298450" y="1126489"/>
                  </a:lnTo>
                  <a:lnTo>
                    <a:pt x="298450" y="1184910"/>
                  </a:lnTo>
                  <a:lnTo>
                    <a:pt x="293369" y="1229360"/>
                  </a:lnTo>
                  <a:lnTo>
                    <a:pt x="285750" y="1249680"/>
                  </a:lnTo>
                  <a:lnTo>
                    <a:pt x="284480" y="1253489"/>
                  </a:lnTo>
                  <a:lnTo>
                    <a:pt x="281940" y="1258570"/>
                  </a:lnTo>
                  <a:lnTo>
                    <a:pt x="279400" y="1261110"/>
                  </a:lnTo>
                  <a:lnTo>
                    <a:pt x="278130" y="1263650"/>
                  </a:lnTo>
                  <a:lnTo>
                    <a:pt x="275590" y="1266189"/>
                  </a:lnTo>
                  <a:lnTo>
                    <a:pt x="274319" y="1268730"/>
                  </a:lnTo>
                  <a:lnTo>
                    <a:pt x="271780" y="1270000"/>
                  </a:lnTo>
                  <a:lnTo>
                    <a:pt x="270509" y="1271270"/>
                  </a:lnTo>
                  <a:lnTo>
                    <a:pt x="262890" y="1275080"/>
                  </a:lnTo>
                  <a:lnTo>
                    <a:pt x="260350" y="1275080"/>
                  </a:lnTo>
                  <a:lnTo>
                    <a:pt x="257809" y="1276350"/>
                  </a:lnTo>
                  <a:lnTo>
                    <a:pt x="255269" y="1276350"/>
                  </a:lnTo>
                  <a:lnTo>
                    <a:pt x="248919" y="1275080"/>
                  </a:lnTo>
                  <a:lnTo>
                    <a:pt x="245109" y="1275080"/>
                  </a:lnTo>
                  <a:lnTo>
                    <a:pt x="237490" y="1271270"/>
                  </a:lnTo>
                  <a:lnTo>
                    <a:pt x="236219" y="1270000"/>
                  </a:lnTo>
                  <a:lnTo>
                    <a:pt x="233680" y="1268730"/>
                  </a:lnTo>
                  <a:lnTo>
                    <a:pt x="232409" y="1266189"/>
                  </a:lnTo>
                  <a:lnTo>
                    <a:pt x="229869" y="1264920"/>
                  </a:lnTo>
                  <a:lnTo>
                    <a:pt x="227330" y="1259839"/>
                  </a:lnTo>
                  <a:lnTo>
                    <a:pt x="226059" y="1258570"/>
                  </a:lnTo>
                  <a:lnTo>
                    <a:pt x="224790" y="1256030"/>
                  </a:lnTo>
                  <a:lnTo>
                    <a:pt x="223519" y="1252220"/>
                  </a:lnTo>
                  <a:lnTo>
                    <a:pt x="222250" y="1249680"/>
                  </a:lnTo>
                  <a:lnTo>
                    <a:pt x="220980" y="1245870"/>
                  </a:lnTo>
                  <a:lnTo>
                    <a:pt x="220980" y="1242060"/>
                  </a:lnTo>
                  <a:lnTo>
                    <a:pt x="219709" y="1236980"/>
                  </a:lnTo>
                  <a:lnTo>
                    <a:pt x="218440" y="1226820"/>
                  </a:lnTo>
                  <a:lnTo>
                    <a:pt x="215900" y="1200150"/>
                  </a:lnTo>
                  <a:lnTo>
                    <a:pt x="215900" y="1184910"/>
                  </a:lnTo>
                  <a:lnTo>
                    <a:pt x="214630" y="1146810"/>
                  </a:lnTo>
                  <a:lnTo>
                    <a:pt x="214630" y="969010"/>
                  </a:lnTo>
                  <a:lnTo>
                    <a:pt x="7619" y="969010"/>
                  </a:lnTo>
                  <a:lnTo>
                    <a:pt x="7619" y="1064260"/>
                  </a:lnTo>
                  <a:lnTo>
                    <a:pt x="8890" y="1143000"/>
                  </a:lnTo>
                  <a:lnTo>
                    <a:pt x="15240" y="1240789"/>
                  </a:lnTo>
                  <a:lnTo>
                    <a:pt x="22859" y="1295400"/>
                  </a:lnTo>
                  <a:lnTo>
                    <a:pt x="33019" y="1341120"/>
                  </a:lnTo>
                  <a:lnTo>
                    <a:pt x="35559" y="1351280"/>
                  </a:lnTo>
                  <a:lnTo>
                    <a:pt x="57150" y="1399539"/>
                  </a:lnTo>
                  <a:lnTo>
                    <a:pt x="81280" y="1435100"/>
                  </a:lnTo>
                  <a:lnTo>
                    <a:pt x="110490" y="1465580"/>
                  </a:lnTo>
                  <a:lnTo>
                    <a:pt x="143509" y="1490980"/>
                  </a:lnTo>
                  <a:lnTo>
                    <a:pt x="180340" y="1508760"/>
                  </a:lnTo>
                  <a:lnTo>
                    <a:pt x="219709" y="1520189"/>
                  </a:lnTo>
                  <a:lnTo>
                    <a:pt x="262890" y="1524000"/>
                  </a:lnTo>
                  <a:lnTo>
                    <a:pt x="283209" y="1522730"/>
                  </a:lnTo>
                  <a:lnTo>
                    <a:pt x="321309" y="1516380"/>
                  </a:lnTo>
                  <a:lnTo>
                    <a:pt x="358140" y="1503680"/>
                  </a:lnTo>
                  <a:lnTo>
                    <a:pt x="391159" y="1484630"/>
                  </a:lnTo>
                  <a:lnTo>
                    <a:pt x="421640" y="1460500"/>
                  </a:lnTo>
                  <a:lnTo>
                    <a:pt x="458469" y="1417320"/>
                  </a:lnTo>
                  <a:lnTo>
                    <a:pt x="483869" y="1367789"/>
                  </a:lnTo>
                  <a:lnTo>
                    <a:pt x="486409" y="1358900"/>
                  </a:lnTo>
                  <a:lnTo>
                    <a:pt x="490219" y="1350010"/>
                  </a:lnTo>
                  <a:lnTo>
                    <a:pt x="495300" y="1329689"/>
                  </a:lnTo>
                  <a:lnTo>
                    <a:pt x="502919" y="1282700"/>
                  </a:lnTo>
                  <a:lnTo>
                    <a:pt x="508000" y="1224280"/>
                  </a:lnTo>
                  <a:lnTo>
                    <a:pt x="511809" y="1118870"/>
                  </a:lnTo>
                  <a:lnTo>
                    <a:pt x="509269" y="1018539"/>
                  </a:lnTo>
                  <a:lnTo>
                    <a:pt x="505459" y="974089"/>
                  </a:lnTo>
                  <a:lnTo>
                    <a:pt x="501650" y="933450"/>
                  </a:lnTo>
                  <a:lnTo>
                    <a:pt x="485140" y="847089"/>
                  </a:lnTo>
                  <a:lnTo>
                    <a:pt x="467359" y="795019"/>
                  </a:lnTo>
                  <a:lnTo>
                    <a:pt x="445769" y="755650"/>
                  </a:lnTo>
                  <a:lnTo>
                    <a:pt x="406400" y="697229"/>
                  </a:lnTo>
                  <a:lnTo>
                    <a:pt x="381000" y="665479"/>
                  </a:lnTo>
                  <a:lnTo>
                    <a:pt x="351790" y="632460"/>
                  </a:lnTo>
                  <a:lnTo>
                    <a:pt x="284480" y="560070"/>
                  </a:lnTo>
                  <a:lnTo>
                    <a:pt x="261619" y="534670"/>
                  </a:lnTo>
                  <a:lnTo>
                    <a:pt x="251459" y="521970"/>
                  </a:lnTo>
                  <a:lnTo>
                    <a:pt x="242569" y="511810"/>
                  </a:lnTo>
                  <a:lnTo>
                    <a:pt x="234950" y="500379"/>
                  </a:lnTo>
                  <a:lnTo>
                    <a:pt x="224790" y="480060"/>
                  </a:lnTo>
                  <a:lnTo>
                    <a:pt x="223519" y="474979"/>
                  </a:lnTo>
                  <a:lnTo>
                    <a:pt x="220980" y="471170"/>
                  </a:lnTo>
                  <a:lnTo>
                    <a:pt x="215900" y="449579"/>
                  </a:lnTo>
                  <a:lnTo>
                    <a:pt x="213359" y="424179"/>
                  </a:lnTo>
                  <a:lnTo>
                    <a:pt x="210819" y="410210"/>
                  </a:lnTo>
                  <a:lnTo>
                    <a:pt x="210819" y="394970"/>
                  </a:lnTo>
                  <a:lnTo>
                    <a:pt x="209550" y="378460"/>
                  </a:lnTo>
                  <a:lnTo>
                    <a:pt x="209550" y="346710"/>
                  </a:lnTo>
                  <a:lnTo>
                    <a:pt x="210819" y="332739"/>
                  </a:lnTo>
                  <a:lnTo>
                    <a:pt x="210819" y="321310"/>
                  </a:lnTo>
                  <a:lnTo>
                    <a:pt x="213359" y="299720"/>
                  </a:lnTo>
                  <a:lnTo>
                    <a:pt x="215900" y="290829"/>
                  </a:lnTo>
                  <a:lnTo>
                    <a:pt x="217169" y="283210"/>
                  </a:lnTo>
                  <a:lnTo>
                    <a:pt x="220980" y="271779"/>
                  </a:lnTo>
                  <a:lnTo>
                    <a:pt x="223519" y="267970"/>
                  </a:lnTo>
                  <a:lnTo>
                    <a:pt x="227330" y="260350"/>
                  </a:lnTo>
                  <a:lnTo>
                    <a:pt x="231140" y="256539"/>
                  </a:lnTo>
                  <a:lnTo>
                    <a:pt x="232409" y="254000"/>
                  </a:lnTo>
                  <a:lnTo>
                    <a:pt x="234950" y="252729"/>
                  </a:lnTo>
                  <a:lnTo>
                    <a:pt x="236219" y="251460"/>
                  </a:lnTo>
                  <a:lnTo>
                    <a:pt x="241300" y="248920"/>
                  </a:lnTo>
                  <a:lnTo>
                    <a:pt x="242569" y="248920"/>
                  </a:lnTo>
                  <a:lnTo>
                    <a:pt x="245109" y="247650"/>
                  </a:lnTo>
                  <a:lnTo>
                    <a:pt x="255269" y="247650"/>
                  </a:lnTo>
                  <a:lnTo>
                    <a:pt x="259080" y="248920"/>
                  </a:lnTo>
                  <a:lnTo>
                    <a:pt x="261619" y="248920"/>
                  </a:lnTo>
                  <a:lnTo>
                    <a:pt x="264159" y="251460"/>
                  </a:lnTo>
                  <a:lnTo>
                    <a:pt x="266700" y="252729"/>
                  </a:lnTo>
                  <a:lnTo>
                    <a:pt x="271780" y="257810"/>
                  </a:lnTo>
                  <a:lnTo>
                    <a:pt x="271780" y="259079"/>
                  </a:lnTo>
                  <a:lnTo>
                    <a:pt x="273050" y="261620"/>
                  </a:lnTo>
                  <a:lnTo>
                    <a:pt x="274319" y="262889"/>
                  </a:lnTo>
                  <a:lnTo>
                    <a:pt x="278130" y="270510"/>
                  </a:lnTo>
                  <a:lnTo>
                    <a:pt x="278130" y="274320"/>
                  </a:lnTo>
                  <a:lnTo>
                    <a:pt x="280669" y="281939"/>
                  </a:lnTo>
                  <a:lnTo>
                    <a:pt x="283209" y="302260"/>
                  </a:lnTo>
                  <a:lnTo>
                    <a:pt x="283209" y="316229"/>
                  </a:lnTo>
                  <a:lnTo>
                    <a:pt x="284480" y="330200"/>
                  </a:lnTo>
                  <a:lnTo>
                    <a:pt x="284480" y="472439"/>
                  </a:lnTo>
                  <a:lnTo>
                    <a:pt x="492759" y="472439"/>
                  </a:lnTo>
                  <a:lnTo>
                    <a:pt x="492759" y="415289"/>
                  </a:lnTo>
                  <a:lnTo>
                    <a:pt x="491490" y="334010"/>
                  </a:lnTo>
                  <a:lnTo>
                    <a:pt x="485140" y="237489"/>
                  </a:lnTo>
                  <a:lnTo>
                    <a:pt x="477519" y="187960"/>
                  </a:lnTo>
                  <a:lnTo>
                    <a:pt x="472440" y="168910"/>
                  </a:lnTo>
                  <a:lnTo>
                    <a:pt x="469900" y="158750"/>
                  </a:lnTo>
                  <a:lnTo>
                    <a:pt x="467359" y="149860"/>
                  </a:lnTo>
                  <a:lnTo>
                    <a:pt x="463550" y="142239"/>
                  </a:lnTo>
                  <a:lnTo>
                    <a:pt x="459740" y="133350"/>
                  </a:lnTo>
                  <a:lnTo>
                    <a:pt x="455930" y="125729"/>
                  </a:lnTo>
                  <a:lnTo>
                    <a:pt x="452119" y="116839"/>
                  </a:lnTo>
                  <a:lnTo>
                    <a:pt x="441959" y="101600"/>
                  </a:lnTo>
                  <a:lnTo>
                    <a:pt x="406400" y="59689"/>
                  </a:lnTo>
                  <a:lnTo>
                    <a:pt x="375919" y="36829"/>
                  </a:lnTo>
                  <a:lnTo>
                    <a:pt x="341630" y="17779"/>
                  </a:lnTo>
                  <a:lnTo>
                    <a:pt x="304800" y="6350"/>
                  </a:lnTo>
                  <a:lnTo>
                    <a:pt x="285750" y="2539"/>
                  </a:lnTo>
                  <a:lnTo>
                    <a:pt x="264159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1111250" y="2895599"/>
              <a:ext cx="511809" cy="1524000"/>
            </a:xfrm>
            <a:custGeom>
              <a:avLst/>
              <a:gdLst/>
              <a:ahLst/>
              <a:cxnLst/>
              <a:rect l="l" t="t" r="r" b="b"/>
              <a:pathLst>
                <a:path w="511809" h="1524000">
                  <a:moveTo>
                    <a:pt x="492759" y="472439"/>
                  </a:moveTo>
                  <a:lnTo>
                    <a:pt x="284480" y="472439"/>
                  </a:lnTo>
                  <a:lnTo>
                    <a:pt x="284480" y="364489"/>
                  </a:lnTo>
                  <a:lnTo>
                    <a:pt x="284480" y="330200"/>
                  </a:lnTo>
                  <a:lnTo>
                    <a:pt x="283209" y="316229"/>
                  </a:lnTo>
                  <a:lnTo>
                    <a:pt x="283209" y="302260"/>
                  </a:lnTo>
                  <a:lnTo>
                    <a:pt x="281940" y="292100"/>
                  </a:lnTo>
                  <a:lnTo>
                    <a:pt x="280669" y="281939"/>
                  </a:lnTo>
                  <a:lnTo>
                    <a:pt x="279400" y="278129"/>
                  </a:lnTo>
                  <a:lnTo>
                    <a:pt x="278130" y="274320"/>
                  </a:lnTo>
                  <a:lnTo>
                    <a:pt x="278130" y="270510"/>
                  </a:lnTo>
                  <a:lnTo>
                    <a:pt x="276859" y="267970"/>
                  </a:lnTo>
                  <a:lnTo>
                    <a:pt x="275590" y="265429"/>
                  </a:lnTo>
                  <a:lnTo>
                    <a:pt x="274319" y="262889"/>
                  </a:lnTo>
                  <a:lnTo>
                    <a:pt x="273050" y="261620"/>
                  </a:lnTo>
                  <a:lnTo>
                    <a:pt x="271780" y="259079"/>
                  </a:lnTo>
                  <a:lnTo>
                    <a:pt x="271780" y="257810"/>
                  </a:lnTo>
                  <a:lnTo>
                    <a:pt x="269240" y="255270"/>
                  </a:lnTo>
                  <a:lnTo>
                    <a:pt x="267969" y="254000"/>
                  </a:lnTo>
                  <a:lnTo>
                    <a:pt x="266700" y="252729"/>
                  </a:lnTo>
                  <a:lnTo>
                    <a:pt x="264159" y="251460"/>
                  </a:lnTo>
                  <a:lnTo>
                    <a:pt x="262890" y="250189"/>
                  </a:lnTo>
                  <a:lnTo>
                    <a:pt x="261619" y="248920"/>
                  </a:lnTo>
                  <a:lnTo>
                    <a:pt x="259080" y="248920"/>
                  </a:lnTo>
                  <a:lnTo>
                    <a:pt x="255269" y="247650"/>
                  </a:lnTo>
                  <a:lnTo>
                    <a:pt x="250190" y="247650"/>
                  </a:lnTo>
                  <a:lnTo>
                    <a:pt x="247650" y="247650"/>
                  </a:lnTo>
                  <a:lnTo>
                    <a:pt x="245109" y="247650"/>
                  </a:lnTo>
                  <a:lnTo>
                    <a:pt x="242569" y="248920"/>
                  </a:lnTo>
                  <a:lnTo>
                    <a:pt x="241300" y="248920"/>
                  </a:lnTo>
                  <a:lnTo>
                    <a:pt x="238759" y="250189"/>
                  </a:lnTo>
                  <a:lnTo>
                    <a:pt x="236219" y="251460"/>
                  </a:lnTo>
                  <a:lnTo>
                    <a:pt x="234950" y="252729"/>
                  </a:lnTo>
                  <a:lnTo>
                    <a:pt x="232409" y="254000"/>
                  </a:lnTo>
                  <a:lnTo>
                    <a:pt x="231140" y="256539"/>
                  </a:lnTo>
                  <a:lnTo>
                    <a:pt x="228600" y="259079"/>
                  </a:lnTo>
                  <a:lnTo>
                    <a:pt x="227330" y="260350"/>
                  </a:lnTo>
                  <a:lnTo>
                    <a:pt x="226059" y="262889"/>
                  </a:lnTo>
                  <a:lnTo>
                    <a:pt x="224790" y="265429"/>
                  </a:lnTo>
                  <a:lnTo>
                    <a:pt x="223519" y="267970"/>
                  </a:lnTo>
                  <a:lnTo>
                    <a:pt x="220980" y="271779"/>
                  </a:lnTo>
                  <a:lnTo>
                    <a:pt x="219709" y="275589"/>
                  </a:lnTo>
                  <a:lnTo>
                    <a:pt x="218440" y="279400"/>
                  </a:lnTo>
                  <a:lnTo>
                    <a:pt x="217169" y="283210"/>
                  </a:lnTo>
                  <a:lnTo>
                    <a:pt x="215900" y="290829"/>
                  </a:lnTo>
                  <a:lnTo>
                    <a:pt x="213359" y="299720"/>
                  </a:lnTo>
                  <a:lnTo>
                    <a:pt x="212090" y="311150"/>
                  </a:lnTo>
                  <a:lnTo>
                    <a:pt x="210819" y="321310"/>
                  </a:lnTo>
                  <a:lnTo>
                    <a:pt x="210819" y="332739"/>
                  </a:lnTo>
                  <a:lnTo>
                    <a:pt x="209550" y="346710"/>
                  </a:lnTo>
                  <a:lnTo>
                    <a:pt x="209550" y="359410"/>
                  </a:lnTo>
                  <a:lnTo>
                    <a:pt x="209550" y="378460"/>
                  </a:lnTo>
                  <a:lnTo>
                    <a:pt x="210819" y="394970"/>
                  </a:lnTo>
                  <a:lnTo>
                    <a:pt x="210819" y="410210"/>
                  </a:lnTo>
                  <a:lnTo>
                    <a:pt x="213359" y="424179"/>
                  </a:lnTo>
                  <a:lnTo>
                    <a:pt x="214630" y="438150"/>
                  </a:lnTo>
                  <a:lnTo>
                    <a:pt x="215900" y="449579"/>
                  </a:lnTo>
                  <a:lnTo>
                    <a:pt x="218440" y="461010"/>
                  </a:lnTo>
                  <a:lnTo>
                    <a:pt x="219709" y="466089"/>
                  </a:lnTo>
                  <a:lnTo>
                    <a:pt x="220980" y="471170"/>
                  </a:lnTo>
                  <a:lnTo>
                    <a:pt x="223519" y="474979"/>
                  </a:lnTo>
                  <a:lnTo>
                    <a:pt x="224790" y="480060"/>
                  </a:lnTo>
                  <a:lnTo>
                    <a:pt x="227330" y="485139"/>
                  </a:lnTo>
                  <a:lnTo>
                    <a:pt x="229869" y="490220"/>
                  </a:lnTo>
                  <a:lnTo>
                    <a:pt x="234950" y="500379"/>
                  </a:lnTo>
                  <a:lnTo>
                    <a:pt x="242569" y="511810"/>
                  </a:lnTo>
                  <a:lnTo>
                    <a:pt x="251459" y="521970"/>
                  </a:lnTo>
                  <a:lnTo>
                    <a:pt x="261619" y="534670"/>
                  </a:lnTo>
                  <a:lnTo>
                    <a:pt x="271780" y="546100"/>
                  </a:lnTo>
                  <a:lnTo>
                    <a:pt x="284480" y="560070"/>
                  </a:lnTo>
                  <a:lnTo>
                    <a:pt x="351790" y="632460"/>
                  </a:lnTo>
                  <a:lnTo>
                    <a:pt x="381000" y="665479"/>
                  </a:lnTo>
                  <a:lnTo>
                    <a:pt x="406400" y="697229"/>
                  </a:lnTo>
                  <a:lnTo>
                    <a:pt x="445769" y="755650"/>
                  </a:lnTo>
                  <a:lnTo>
                    <a:pt x="467359" y="795019"/>
                  </a:lnTo>
                  <a:lnTo>
                    <a:pt x="481330" y="833119"/>
                  </a:lnTo>
                  <a:lnTo>
                    <a:pt x="488950" y="863600"/>
                  </a:lnTo>
                  <a:lnTo>
                    <a:pt x="496569" y="896619"/>
                  </a:lnTo>
                  <a:lnTo>
                    <a:pt x="505459" y="974089"/>
                  </a:lnTo>
                  <a:lnTo>
                    <a:pt x="509269" y="1018539"/>
                  </a:lnTo>
                  <a:lnTo>
                    <a:pt x="510540" y="1066800"/>
                  </a:lnTo>
                  <a:lnTo>
                    <a:pt x="511809" y="1118870"/>
                  </a:lnTo>
                  <a:lnTo>
                    <a:pt x="510540" y="1156970"/>
                  </a:lnTo>
                  <a:lnTo>
                    <a:pt x="508000" y="1224280"/>
                  </a:lnTo>
                  <a:lnTo>
                    <a:pt x="502919" y="1282700"/>
                  </a:lnTo>
                  <a:lnTo>
                    <a:pt x="495300" y="1329689"/>
                  </a:lnTo>
                  <a:lnTo>
                    <a:pt x="486409" y="1358900"/>
                  </a:lnTo>
                  <a:lnTo>
                    <a:pt x="483869" y="1367789"/>
                  </a:lnTo>
                  <a:lnTo>
                    <a:pt x="458469" y="1417320"/>
                  </a:lnTo>
                  <a:lnTo>
                    <a:pt x="434340" y="1446530"/>
                  </a:lnTo>
                  <a:lnTo>
                    <a:pt x="421640" y="1460500"/>
                  </a:lnTo>
                  <a:lnTo>
                    <a:pt x="391159" y="1484630"/>
                  </a:lnTo>
                  <a:lnTo>
                    <a:pt x="358140" y="1503680"/>
                  </a:lnTo>
                  <a:lnTo>
                    <a:pt x="321309" y="1516380"/>
                  </a:lnTo>
                  <a:lnTo>
                    <a:pt x="283209" y="1522730"/>
                  </a:lnTo>
                  <a:lnTo>
                    <a:pt x="262890" y="1524000"/>
                  </a:lnTo>
                  <a:lnTo>
                    <a:pt x="241300" y="1522730"/>
                  </a:lnTo>
                  <a:lnTo>
                    <a:pt x="199390" y="1515110"/>
                  </a:lnTo>
                  <a:lnTo>
                    <a:pt x="161290" y="1501139"/>
                  </a:lnTo>
                  <a:lnTo>
                    <a:pt x="127000" y="1479550"/>
                  </a:lnTo>
                  <a:lnTo>
                    <a:pt x="95250" y="1450339"/>
                  </a:lnTo>
                  <a:lnTo>
                    <a:pt x="68580" y="1417320"/>
                  </a:lnTo>
                  <a:lnTo>
                    <a:pt x="48259" y="1381760"/>
                  </a:lnTo>
                  <a:lnTo>
                    <a:pt x="33019" y="1341120"/>
                  </a:lnTo>
                  <a:lnTo>
                    <a:pt x="29209" y="1329689"/>
                  </a:lnTo>
                  <a:lnTo>
                    <a:pt x="19050" y="1268730"/>
                  </a:lnTo>
                  <a:lnTo>
                    <a:pt x="12700" y="1210310"/>
                  </a:lnTo>
                  <a:lnTo>
                    <a:pt x="8890" y="1143000"/>
                  </a:lnTo>
                  <a:lnTo>
                    <a:pt x="7619" y="1064260"/>
                  </a:lnTo>
                  <a:lnTo>
                    <a:pt x="7619" y="969010"/>
                  </a:lnTo>
                  <a:lnTo>
                    <a:pt x="214630" y="969010"/>
                  </a:lnTo>
                  <a:lnTo>
                    <a:pt x="214630" y="1146810"/>
                  </a:lnTo>
                  <a:lnTo>
                    <a:pt x="215900" y="1184910"/>
                  </a:lnTo>
                  <a:lnTo>
                    <a:pt x="215900" y="1200150"/>
                  </a:lnTo>
                  <a:lnTo>
                    <a:pt x="217169" y="1214120"/>
                  </a:lnTo>
                  <a:lnTo>
                    <a:pt x="218440" y="1226820"/>
                  </a:lnTo>
                  <a:lnTo>
                    <a:pt x="219709" y="1236980"/>
                  </a:lnTo>
                  <a:lnTo>
                    <a:pt x="220980" y="1242060"/>
                  </a:lnTo>
                  <a:lnTo>
                    <a:pt x="220980" y="1245870"/>
                  </a:lnTo>
                  <a:lnTo>
                    <a:pt x="222250" y="1249680"/>
                  </a:lnTo>
                  <a:lnTo>
                    <a:pt x="223519" y="1252220"/>
                  </a:lnTo>
                  <a:lnTo>
                    <a:pt x="224790" y="1256030"/>
                  </a:lnTo>
                  <a:lnTo>
                    <a:pt x="226059" y="1258570"/>
                  </a:lnTo>
                  <a:lnTo>
                    <a:pt x="227330" y="1259839"/>
                  </a:lnTo>
                  <a:lnTo>
                    <a:pt x="228600" y="1262380"/>
                  </a:lnTo>
                  <a:lnTo>
                    <a:pt x="229869" y="1264920"/>
                  </a:lnTo>
                  <a:lnTo>
                    <a:pt x="232409" y="1266189"/>
                  </a:lnTo>
                  <a:lnTo>
                    <a:pt x="233680" y="1268730"/>
                  </a:lnTo>
                  <a:lnTo>
                    <a:pt x="236219" y="1270000"/>
                  </a:lnTo>
                  <a:lnTo>
                    <a:pt x="237490" y="1271270"/>
                  </a:lnTo>
                  <a:lnTo>
                    <a:pt x="240030" y="1272539"/>
                  </a:lnTo>
                  <a:lnTo>
                    <a:pt x="242569" y="1273810"/>
                  </a:lnTo>
                  <a:lnTo>
                    <a:pt x="245109" y="1275080"/>
                  </a:lnTo>
                  <a:lnTo>
                    <a:pt x="248919" y="1275080"/>
                  </a:lnTo>
                  <a:lnTo>
                    <a:pt x="255269" y="1276350"/>
                  </a:lnTo>
                  <a:lnTo>
                    <a:pt x="257809" y="1276350"/>
                  </a:lnTo>
                  <a:lnTo>
                    <a:pt x="260350" y="1275080"/>
                  </a:lnTo>
                  <a:lnTo>
                    <a:pt x="262890" y="1275080"/>
                  </a:lnTo>
                  <a:lnTo>
                    <a:pt x="265430" y="1273810"/>
                  </a:lnTo>
                  <a:lnTo>
                    <a:pt x="267969" y="1272539"/>
                  </a:lnTo>
                  <a:lnTo>
                    <a:pt x="270509" y="1271270"/>
                  </a:lnTo>
                  <a:lnTo>
                    <a:pt x="271780" y="1270000"/>
                  </a:lnTo>
                  <a:lnTo>
                    <a:pt x="274319" y="1268730"/>
                  </a:lnTo>
                  <a:lnTo>
                    <a:pt x="275590" y="1266189"/>
                  </a:lnTo>
                  <a:lnTo>
                    <a:pt x="278130" y="1263650"/>
                  </a:lnTo>
                  <a:lnTo>
                    <a:pt x="279400" y="1261110"/>
                  </a:lnTo>
                  <a:lnTo>
                    <a:pt x="281940" y="1258570"/>
                  </a:lnTo>
                  <a:lnTo>
                    <a:pt x="283209" y="1256030"/>
                  </a:lnTo>
                  <a:lnTo>
                    <a:pt x="284480" y="1253489"/>
                  </a:lnTo>
                  <a:lnTo>
                    <a:pt x="285750" y="1249680"/>
                  </a:lnTo>
                  <a:lnTo>
                    <a:pt x="288290" y="1245870"/>
                  </a:lnTo>
                  <a:lnTo>
                    <a:pt x="289559" y="1242060"/>
                  </a:lnTo>
                  <a:lnTo>
                    <a:pt x="290830" y="1238250"/>
                  </a:lnTo>
                  <a:lnTo>
                    <a:pt x="297180" y="1197610"/>
                  </a:lnTo>
                  <a:lnTo>
                    <a:pt x="298450" y="1184910"/>
                  </a:lnTo>
                  <a:lnTo>
                    <a:pt x="298450" y="1172210"/>
                  </a:lnTo>
                  <a:lnTo>
                    <a:pt x="298450" y="1158239"/>
                  </a:lnTo>
                  <a:lnTo>
                    <a:pt x="298450" y="1126489"/>
                  </a:lnTo>
                  <a:lnTo>
                    <a:pt x="297180" y="1098550"/>
                  </a:lnTo>
                  <a:lnTo>
                    <a:pt x="295909" y="1073150"/>
                  </a:lnTo>
                  <a:lnTo>
                    <a:pt x="293369" y="1051560"/>
                  </a:lnTo>
                  <a:lnTo>
                    <a:pt x="290830" y="1031239"/>
                  </a:lnTo>
                  <a:lnTo>
                    <a:pt x="288290" y="1022350"/>
                  </a:lnTo>
                  <a:lnTo>
                    <a:pt x="287019" y="1014730"/>
                  </a:lnTo>
                  <a:lnTo>
                    <a:pt x="284480" y="1007110"/>
                  </a:lnTo>
                  <a:lnTo>
                    <a:pt x="283209" y="1000760"/>
                  </a:lnTo>
                  <a:lnTo>
                    <a:pt x="280669" y="994410"/>
                  </a:lnTo>
                  <a:lnTo>
                    <a:pt x="278130" y="989330"/>
                  </a:lnTo>
                  <a:lnTo>
                    <a:pt x="271780" y="979169"/>
                  </a:lnTo>
                  <a:lnTo>
                    <a:pt x="264159" y="965200"/>
                  </a:lnTo>
                  <a:lnTo>
                    <a:pt x="254000" y="951230"/>
                  </a:lnTo>
                  <a:lnTo>
                    <a:pt x="241300" y="935989"/>
                  </a:lnTo>
                  <a:lnTo>
                    <a:pt x="210819" y="899160"/>
                  </a:lnTo>
                  <a:lnTo>
                    <a:pt x="173990" y="855980"/>
                  </a:lnTo>
                  <a:lnTo>
                    <a:pt x="135890" y="812800"/>
                  </a:lnTo>
                  <a:lnTo>
                    <a:pt x="104140" y="774700"/>
                  </a:lnTo>
                  <a:lnTo>
                    <a:pt x="80009" y="744219"/>
                  </a:lnTo>
                  <a:lnTo>
                    <a:pt x="71119" y="731519"/>
                  </a:lnTo>
                  <a:lnTo>
                    <a:pt x="63500" y="720089"/>
                  </a:lnTo>
                  <a:lnTo>
                    <a:pt x="57150" y="708660"/>
                  </a:lnTo>
                  <a:lnTo>
                    <a:pt x="49530" y="695960"/>
                  </a:lnTo>
                  <a:lnTo>
                    <a:pt x="44450" y="683260"/>
                  </a:lnTo>
                  <a:lnTo>
                    <a:pt x="38100" y="669289"/>
                  </a:lnTo>
                  <a:lnTo>
                    <a:pt x="33019" y="654050"/>
                  </a:lnTo>
                  <a:lnTo>
                    <a:pt x="27940" y="637539"/>
                  </a:lnTo>
                  <a:lnTo>
                    <a:pt x="22859" y="621029"/>
                  </a:lnTo>
                  <a:lnTo>
                    <a:pt x="19050" y="601979"/>
                  </a:lnTo>
                  <a:lnTo>
                    <a:pt x="13969" y="582929"/>
                  </a:lnTo>
                  <a:lnTo>
                    <a:pt x="11430" y="562610"/>
                  </a:lnTo>
                  <a:lnTo>
                    <a:pt x="7619" y="541020"/>
                  </a:lnTo>
                  <a:lnTo>
                    <a:pt x="5080" y="516889"/>
                  </a:lnTo>
                  <a:lnTo>
                    <a:pt x="2540" y="492760"/>
                  </a:lnTo>
                  <a:lnTo>
                    <a:pt x="1269" y="466089"/>
                  </a:lnTo>
                  <a:lnTo>
                    <a:pt x="1269" y="439420"/>
                  </a:lnTo>
                  <a:lnTo>
                    <a:pt x="0" y="410210"/>
                  </a:lnTo>
                  <a:lnTo>
                    <a:pt x="1269" y="369570"/>
                  </a:lnTo>
                  <a:lnTo>
                    <a:pt x="1269" y="332739"/>
                  </a:lnTo>
                  <a:lnTo>
                    <a:pt x="3809" y="297179"/>
                  </a:lnTo>
                  <a:lnTo>
                    <a:pt x="10159" y="236220"/>
                  </a:lnTo>
                  <a:lnTo>
                    <a:pt x="20319" y="185420"/>
                  </a:lnTo>
                  <a:lnTo>
                    <a:pt x="22859" y="175260"/>
                  </a:lnTo>
                  <a:lnTo>
                    <a:pt x="25400" y="165100"/>
                  </a:lnTo>
                  <a:lnTo>
                    <a:pt x="33019" y="147320"/>
                  </a:lnTo>
                  <a:lnTo>
                    <a:pt x="40640" y="128270"/>
                  </a:lnTo>
                  <a:lnTo>
                    <a:pt x="49530" y="111760"/>
                  </a:lnTo>
                  <a:lnTo>
                    <a:pt x="58419" y="96520"/>
                  </a:lnTo>
                  <a:lnTo>
                    <a:pt x="68580" y="81279"/>
                  </a:lnTo>
                  <a:lnTo>
                    <a:pt x="81280" y="67310"/>
                  </a:lnTo>
                  <a:lnTo>
                    <a:pt x="93980" y="55879"/>
                  </a:lnTo>
                  <a:lnTo>
                    <a:pt x="106680" y="43179"/>
                  </a:lnTo>
                  <a:lnTo>
                    <a:pt x="121919" y="33020"/>
                  </a:lnTo>
                  <a:lnTo>
                    <a:pt x="137159" y="24129"/>
                  </a:lnTo>
                  <a:lnTo>
                    <a:pt x="152400" y="17779"/>
                  </a:lnTo>
                  <a:lnTo>
                    <a:pt x="170180" y="10160"/>
                  </a:lnTo>
                  <a:lnTo>
                    <a:pt x="186690" y="6350"/>
                  </a:lnTo>
                  <a:lnTo>
                    <a:pt x="204469" y="2539"/>
                  </a:lnTo>
                  <a:lnTo>
                    <a:pt x="223519" y="0"/>
                  </a:lnTo>
                  <a:lnTo>
                    <a:pt x="242569" y="0"/>
                  </a:lnTo>
                  <a:lnTo>
                    <a:pt x="264159" y="0"/>
                  </a:lnTo>
                  <a:lnTo>
                    <a:pt x="304800" y="6350"/>
                  </a:lnTo>
                  <a:lnTo>
                    <a:pt x="341630" y="17779"/>
                  </a:lnTo>
                  <a:lnTo>
                    <a:pt x="375919" y="36829"/>
                  </a:lnTo>
                  <a:lnTo>
                    <a:pt x="406400" y="59689"/>
                  </a:lnTo>
                  <a:lnTo>
                    <a:pt x="441959" y="101600"/>
                  </a:lnTo>
                  <a:lnTo>
                    <a:pt x="455930" y="125729"/>
                  </a:lnTo>
                  <a:lnTo>
                    <a:pt x="459740" y="133350"/>
                  </a:lnTo>
                  <a:lnTo>
                    <a:pt x="463550" y="142239"/>
                  </a:lnTo>
                  <a:lnTo>
                    <a:pt x="467359" y="149860"/>
                  </a:lnTo>
                  <a:lnTo>
                    <a:pt x="469900" y="158750"/>
                  </a:lnTo>
                  <a:lnTo>
                    <a:pt x="472440" y="168910"/>
                  </a:lnTo>
                  <a:lnTo>
                    <a:pt x="474980" y="177800"/>
                  </a:lnTo>
                  <a:lnTo>
                    <a:pt x="477519" y="187960"/>
                  </a:lnTo>
                  <a:lnTo>
                    <a:pt x="485140" y="237489"/>
                  </a:lnTo>
                  <a:lnTo>
                    <a:pt x="490219" y="298450"/>
                  </a:lnTo>
                  <a:lnTo>
                    <a:pt x="492759" y="415289"/>
                  </a:lnTo>
                  <a:lnTo>
                    <a:pt x="492759" y="472439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2" name="object 432"/>
          <p:cNvGrpSpPr/>
          <p:nvPr/>
        </p:nvGrpSpPr>
        <p:grpSpPr>
          <a:xfrm>
            <a:off x="1645285" y="2915920"/>
            <a:ext cx="1057275" cy="1482090"/>
            <a:chOff x="1645285" y="2915920"/>
            <a:chExt cx="1057275" cy="1482090"/>
          </a:xfrm>
        </p:grpSpPr>
        <p:sp>
          <p:nvSpPr>
            <p:cNvPr id="433" name="object 433"/>
            <p:cNvSpPr/>
            <p:nvPr/>
          </p:nvSpPr>
          <p:spPr>
            <a:xfrm>
              <a:off x="1654810" y="2926079"/>
              <a:ext cx="487680" cy="1461770"/>
            </a:xfrm>
            <a:custGeom>
              <a:avLst/>
              <a:gdLst/>
              <a:ahLst/>
              <a:cxnLst/>
              <a:rect l="l" t="t" r="r" b="b"/>
              <a:pathLst>
                <a:path w="487680" h="1461770">
                  <a:moveTo>
                    <a:pt x="487680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132080" y="292100"/>
                  </a:lnTo>
                  <a:lnTo>
                    <a:pt x="132080" y="1461770"/>
                  </a:lnTo>
                  <a:lnTo>
                    <a:pt x="355600" y="1461770"/>
                  </a:lnTo>
                  <a:lnTo>
                    <a:pt x="355600" y="292100"/>
                  </a:lnTo>
                  <a:lnTo>
                    <a:pt x="487680" y="292100"/>
                  </a:lnTo>
                  <a:lnTo>
                    <a:pt x="48768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4" name="object 434"/>
            <p:cNvSpPr/>
            <p:nvPr/>
          </p:nvSpPr>
          <p:spPr>
            <a:xfrm>
              <a:off x="1654809" y="2926080"/>
              <a:ext cx="487680" cy="1461770"/>
            </a:xfrm>
            <a:custGeom>
              <a:avLst/>
              <a:gdLst/>
              <a:ahLst/>
              <a:cxnLst/>
              <a:rect l="l" t="t" r="r" b="b"/>
              <a:pathLst>
                <a:path w="487680" h="1461770">
                  <a:moveTo>
                    <a:pt x="487679" y="0"/>
                  </a:moveTo>
                  <a:lnTo>
                    <a:pt x="487679" y="292100"/>
                  </a:lnTo>
                  <a:lnTo>
                    <a:pt x="355600" y="292100"/>
                  </a:lnTo>
                  <a:lnTo>
                    <a:pt x="355600" y="1461770"/>
                  </a:lnTo>
                  <a:lnTo>
                    <a:pt x="132079" y="1461770"/>
                  </a:lnTo>
                  <a:lnTo>
                    <a:pt x="132079" y="292100"/>
                  </a:lnTo>
                  <a:lnTo>
                    <a:pt x="0" y="292100"/>
                  </a:lnTo>
                  <a:lnTo>
                    <a:pt x="0" y="0"/>
                  </a:lnTo>
                  <a:lnTo>
                    <a:pt x="487679" y="0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2193289" y="29260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10" h="1461770">
                  <a:moveTo>
                    <a:pt x="158750" y="0"/>
                  </a:moveTo>
                  <a:lnTo>
                    <a:pt x="0" y="0"/>
                  </a:lnTo>
                  <a:lnTo>
                    <a:pt x="0" y="1461770"/>
                  </a:lnTo>
                  <a:lnTo>
                    <a:pt x="223520" y="1461770"/>
                  </a:lnTo>
                  <a:lnTo>
                    <a:pt x="223520" y="802640"/>
                  </a:lnTo>
                  <a:lnTo>
                    <a:pt x="478366" y="802640"/>
                  </a:lnTo>
                  <a:lnTo>
                    <a:pt x="476250" y="796290"/>
                  </a:lnTo>
                  <a:lnTo>
                    <a:pt x="471170" y="786130"/>
                  </a:lnTo>
                  <a:lnTo>
                    <a:pt x="466090" y="773430"/>
                  </a:lnTo>
                  <a:lnTo>
                    <a:pt x="462280" y="768350"/>
                  </a:lnTo>
                  <a:lnTo>
                    <a:pt x="459740" y="762000"/>
                  </a:lnTo>
                  <a:lnTo>
                    <a:pt x="452120" y="751840"/>
                  </a:lnTo>
                  <a:lnTo>
                    <a:pt x="420370" y="722630"/>
                  </a:lnTo>
                  <a:lnTo>
                    <a:pt x="375920" y="698500"/>
                  </a:lnTo>
                  <a:lnTo>
                    <a:pt x="393700" y="694690"/>
                  </a:lnTo>
                  <a:lnTo>
                    <a:pt x="410210" y="689610"/>
                  </a:lnTo>
                  <a:lnTo>
                    <a:pt x="424180" y="683260"/>
                  </a:lnTo>
                  <a:lnTo>
                    <a:pt x="438150" y="675640"/>
                  </a:lnTo>
                  <a:lnTo>
                    <a:pt x="443230" y="670560"/>
                  </a:lnTo>
                  <a:lnTo>
                    <a:pt x="449580" y="665480"/>
                  </a:lnTo>
                  <a:lnTo>
                    <a:pt x="454660" y="660400"/>
                  </a:lnTo>
                  <a:lnTo>
                    <a:pt x="458470" y="654050"/>
                  </a:lnTo>
                  <a:lnTo>
                    <a:pt x="463550" y="648970"/>
                  </a:lnTo>
                  <a:lnTo>
                    <a:pt x="480060" y="612140"/>
                  </a:lnTo>
                  <a:lnTo>
                    <a:pt x="488615" y="575310"/>
                  </a:lnTo>
                  <a:lnTo>
                    <a:pt x="223520" y="575310"/>
                  </a:lnTo>
                  <a:lnTo>
                    <a:pt x="223520" y="250190"/>
                  </a:lnTo>
                  <a:lnTo>
                    <a:pt x="492397" y="250190"/>
                  </a:lnTo>
                  <a:lnTo>
                    <a:pt x="491490" y="237490"/>
                  </a:lnTo>
                  <a:lnTo>
                    <a:pt x="486410" y="204470"/>
                  </a:lnTo>
                  <a:lnTo>
                    <a:pt x="480060" y="175260"/>
                  </a:lnTo>
                  <a:lnTo>
                    <a:pt x="476250" y="162560"/>
                  </a:lnTo>
                  <a:lnTo>
                    <a:pt x="472440" y="148590"/>
                  </a:lnTo>
                  <a:lnTo>
                    <a:pt x="445770" y="87630"/>
                  </a:lnTo>
                  <a:lnTo>
                    <a:pt x="411480" y="45720"/>
                  </a:lnTo>
                  <a:lnTo>
                    <a:pt x="400050" y="34290"/>
                  </a:lnTo>
                  <a:lnTo>
                    <a:pt x="356870" y="15240"/>
                  </a:lnTo>
                  <a:lnTo>
                    <a:pt x="290830" y="3810"/>
                  </a:lnTo>
                  <a:lnTo>
                    <a:pt x="231140" y="1270"/>
                  </a:lnTo>
                  <a:lnTo>
                    <a:pt x="158750" y="0"/>
                  </a:lnTo>
                  <a:close/>
                </a:path>
                <a:path w="499110" h="1461770">
                  <a:moveTo>
                    <a:pt x="478366" y="802640"/>
                  </a:moveTo>
                  <a:lnTo>
                    <a:pt x="234950" y="802640"/>
                  </a:lnTo>
                  <a:lnTo>
                    <a:pt x="245110" y="803910"/>
                  </a:lnTo>
                  <a:lnTo>
                    <a:pt x="254000" y="806450"/>
                  </a:lnTo>
                  <a:lnTo>
                    <a:pt x="264160" y="811530"/>
                  </a:lnTo>
                  <a:lnTo>
                    <a:pt x="267970" y="812800"/>
                  </a:lnTo>
                  <a:lnTo>
                    <a:pt x="273050" y="817880"/>
                  </a:lnTo>
                  <a:lnTo>
                    <a:pt x="275590" y="821690"/>
                  </a:lnTo>
                  <a:lnTo>
                    <a:pt x="278130" y="824230"/>
                  </a:lnTo>
                  <a:lnTo>
                    <a:pt x="279400" y="828040"/>
                  </a:lnTo>
                  <a:lnTo>
                    <a:pt x="287020" y="863600"/>
                  </a:lnTo>
                  <a:lnTo>
                    <a:pt x="289560" y="881380"/>
                  </a:lnTo>
                  <a:lnTo>
                    <a:pt x="290830" y="900430"/>
                  </a:lnTo>
                  <a:lnTo>
                    <a:pt x="290830" y="923290"/>
                  </a:lnTo>
                  <a:lnTo>
                    <a:pt x="292100" y="975360"/>
                  </a:lnTo>
                  <a:lnTo>
                    <a:pt x="292100" y="1461770"/>
                  </a:lnTo>
                  <a:lnTo>
                    <a:pt x="499110" y="1461770"/>
                  </a:lnTo>
                  <a:lnTo>
                    <a:pt x="499110" y="996950"/>
                  </a:lnTo>
                  <a:lnTo>
                    <a:pt x="497840" y="933450"/>
                  </a:lnTo>
                  <a:lnTo>
                    <a:pt x="496570" y="887730"/>
                  </a:lnTo>
                  <a:lnTo>
                    <a:pt x="495300" y="871220"/>
                  </a:lnTo>
                  <a:lnTo>
                    <a:pt x="495300" y="864870"/>
                  </a:lnTo>
                  <a:lnTo>
                    <a:pt x="494030" y="859790"/>
                  </a:lnTo>
                  <a:lnTo>
                    <a:pt x="492760" y="849630"/>
                  </a:lnTo>
                  <a:lnTo>
                    <a:pt x="487680" y="829310"/>
                  </a:lnTo>
                  <a:lnTo>
                    <a:pt x="483870" y="819150"/>
                  </a:lnTo>
                  <a:lnTo>
                    <a:pt x="478366" y="802640"/>
                  </a:lnTo>
                  <a:close/>
                </a:path>
                <a:path w="499110" h="1461770">
                  <a:moveTo>
                    <a:pt x="492397" y="250190"/>
                  </a:moveTo>
                  <a:lnTo>
                    <a:pt x="233680" y="250190"/>
                  </a:lnTo>
                  <a:lnTo>
                    <a:pt x="241300" y="251460"/>
                  </a:lnTo>
                  <a:lnTo>
                    <a:pt x="250190" y="252730"/>
                  </a:lnTo>
                  <a:lnTo>
                    <a:pt x="256540" y="255270"/>
                  </a:lnTo>
                  <a:lnTo>
                    <a:pt x="262890" y="259080"/>
                  </a:lnTo>
                  <a:lnTo>
                    <a:pt x="265430" y="260350"/>
                  </a:lnTo>
                  <a:lnTo>
                    <a:pt x="269240" y="261620"/>
                  </a:lnTo>
                  <a:lnTo>
                    <a:pt x="270510" y="264160"/>
                  </a:lnTo>
                  <a:lnTo>
                    <a:pt x="275590" y="269240"/>
                  </a:lnTo>
                  <a:lnTo>
                    <a:pt x="276860" y="271780"/>
                  </a:lnTo>
                  <a:lnTo>
                    <a:pt x="279400" y="274320"/>
                  </a:lnTo>
                  <a:lnTo>
                    <a:pt x="280670" y="278130"/>
                  </a:lnTo>
                  <a:lnTo>
                    <a:pt x="284480" y="285750"/>
                  </a:lnTo>
                  <a:lnTo>
                    <a:pt x="284480" y="289560"/>
                  </a:lnTo>
                  <a:lnTo>
                    <a:pt x="287020" y="294640"/>
                  </a:lnTo>
                  <a:lnTo>
                    <a:pt x="287020" y="299720"/>
                  </a:lnTo>
                  <a:lnTo>
                    <a:pt x="288290" y="304800"/>
                  </a:lnTo>
                  <a:lnTo>
                    <a:pt x="289560" y="317500"/>
                  </a:lnTo>
                  <a:lnTo>
                    <a:pt x="290830" y="331470"/>
                  </a:lnTo>
                  <a:lnTo>
                    <a:pt x="290830" y="346710"/>
                  </a:lnTo>
                  <a:lnTo>
                    <a:pt x="292100" y="363220"/>
                  </a:lnTo>
                  <a:lnTo>
                    <a:pt x="292100" y="443230"/>
                  </a:lnTo>
                  <a:lnTo>
                    <a:pt x="290830" y="466090"/>
                  </a:lnTo>
                  <a:lnTo>
                    <a:pt x="290830" y="486410"/>
                  </a:lnTo>
                  <a:lnTo>
                    <a:pt x="287020" y="527050"/>
                  </a:lnTo>
                  <a:lnTo>
                    <a:pt x="276860" y="557530"/>
                  </a:lnTo>
                  <a:lnTo>
                    <a:pt x="275590" y="560070"/>
                  </a:lnTo>
                  <a:lnTo>
                    <a:pt x="273050" y="561340"/>
                  </a:lnTo>
                  <a:lnTo>
                    <a:pt x="270510" y="563880"/>
                  </a:lnTo>
                  <a:lnTo>
                    <a:pt x="262890" y="567690"/>
                  </a:lnTo>
                  <a:lnTo>
                    <a:pt x="255270" y="570230"/>
                  </a:lnTo>
                  <a:lnTo>
                    <a:pt x="248920" y="572770"/>
                  </a:lnTo>
                  <a:lnTo>
                    <a:pt x="233680" y="575310"/>
                  </a:lnTo>
                  <a:lnTo>
                    <a:pt x="488615" y="575310"/>
                  </a:lnTo>
                  <a:lnTo>
                    <a:pt x="490220" y="567690"/>
                  </a:lnTo>
                  <a:lnTo>
                    <a:pt x="495300" y="511810"/>
                  </a:lnTo>
                  <a:lnTo>
                    <a:pt x="498983" y="443230"/>
                  </a:lnTo>
                  <a:lnTo>
                    <a:pt x="499110" y="353060"/>
                  </a:lnTo>
                  <a:lnTo>
                    <a:pt x="497840" y="311150"/>
                  </a:lnTo>
                  <a:lnTo>
                    <a:pt x="494030" y="273050"/>
                  </a:lnTo>
                  <a:lnTo>
                    <a:pt x="492397" y="25019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2193290" y="2915919"/>
              <a:ext cx="509270" cy="664210"/>
            </a:xfrm>
            <a:custGeom>
              <a:avLst/>
              <a:gdLst/>
              <a:ahLst/>
              <a:cxnLst/>
              <a:rect l="l" t="t" r="r" b="b"/>
              <a:pathLst>
                <a:path w="509269" h="664210">
                  <a:moveTo>
                    <a:pt x="509270" y="408940"/>
                  </a:moveTo>
                  <a:lnTo>
                    <a:pt x="508000" y="363220"/>
                  </a:lnTo>
                  <a:lnTo>
                    <a:pt x="506730" y="321310"/>
                  </a:lnTo>
                  <a:lnTo>
                    <a:pt x="504190" y="281940"/>
                  </a:lnTo>
                  <a:lnTo>
                    <a:pt x="500380" y="246380"/>
                  </a:lnTo>
                  <a:lnTo>
                    <a:pt x="500380" y="245110"/>
                  </a:lnTo>
                  <a:lnTo>
                    <a:pt x="495300" y="213360"/>
                  </a:lnTo>
                  <a:lnTo>
                    <a:pt x="488950" y="182880"/>
                  </a:lnTo>
                  <a:lnTo>
                    <a:pt x="486410" y="170180"/>
                  </a:lnTo>
                  <a:lnTo>
                    <a:pt x="482600" y="156210"/>
                  </a:lnTo>
                  <a:lnTo>
                    <a:pt x="481330" y="156210"/>
                  </a:lnTo>
                  <a:lnTo>
                    <a:pt x="477520" y="144780"/>
                  </a:lnTo>
                  <a:lnTo>
                    <a:pt x="477520" y="143510"/>
                  </a:lnTo>
                  <a:lnTo>
                    <a:pt x="473710" y="133350"/>
                  </a:lnTo>
                  <a:lnTo>
                    <a:pt x="473710" y="132080"/>
                  </a:lnTo>
                  <a:lnTo>
                    <a:pt x="463550" y="111760"/>
                  </a:lnTo>
                  <a:lnTo>
                    <a:pt x="453390" y="92710"/>
                  </a:lnTo>
                  <a:lnTo>
                    <a:pt x="443230" y="76200"/>
                  </a:lnTo>
                  <a:lnTo>
                    <a:pt x="431800" y="60960"/>
                  </a:lnTo>
                  <a:lnTo>
                    <a:pt x="430530" y="60960"/>
                  </a:lnTo>
                  <a:lnTo>
                    <a:pt x="430530" y="59690"/>
                  </a:lnTo>
                  <a:lnTo>
                    <a:pt x="419100" y="48260"/>
                  </a:lnTo>
                  <a:lnTo>
                    <a:pt x="406400" y="38100"/>
                  </a:lnTo>
                  <a:lnTo>
                    <a:pt x="405130" y="36830"/>
                  </a:lnTo>
                  <a:lnTo>
                    <a:pt x="392430" y="27940"/>
                  </a:lnTo>
                  <a:lnTo>
                    <a:pt x="391160" y="27940"/>
                  </a:lnTo>
                  <a:lnTo>
                    <a:pt x="377190" y="21590"/>
                  </a:lnTo>
                  <a:lnTo>
                    <a:pt x="375920" y="21590"/>
                  </a:lnTo>
                  <a:lnTo>
                    <a:pt x="360680" y="16510"/>
                  </a:lnTo>
                  <a:lnTo>
                    <a:pt x="359410" y="16510"/>
                  </a:lnTo>
                  <a:lnTo>
                    <a:pt x="340360" y="11430"/>
                  </a:lnTo>
                  <a:lnTo>
                    <a:pt x="293370" y="5080"/>
                  </a:lnTo>
                  <a:lnTo>
                    <a:pt x="292100" y="5080"/>
                  </a:lnTo>
                  <a:lnTo>
                    <a:pt x="232410" y="1270"/>
                  </a:lnTo>
                  <a:lnTo>
                    <a:pt x="231140" y="1270"/>
                  </a:lnTo>
                  <a:lnTo>
                    <a:pt x="15875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158750" y="19050"/>
                  </a:lnTo>
                  <a:lnTo>
                    <a:pt x="231140" y="20320"/>
                  </a:lnTo>
                  <a:lnTo>
                    <a:pt x="289560" y="24053"/>
                  </a:lnTo>
                  <a:lnTo>
                    <a:pt x="336550" y="30480"/>
                  </a:lnTo>
                  <a:lnTo>
                    <a:pt x="355600" y="35560"/>
                  </a:lnTo>
                  <a:lnTo>
                    <a:pt x="355701" y="34747"/>
                  </a:lnTo>
                  <a:lnTo>
                    <a:pt x="368503" y="39014"/>
                  </a:lnTo>
                  <a:lnTo>
                    <a:pt x="368300" y="39370"/>
                  </a:lnTo>
                  <a:lnTo>
                    <a:pt x="382270" y="45720"/>
                  </a:lnTo>
                  <a:lnTo>
                    <a:pt x="382778" y="44818"/>
                  </a:lnTo>
                  <a:lnTo>
                    <a:pt x="394970" y="53340"/>
                  </a:lnTo>
                  <a:lnTo>
                    <a:pt x="405130" y="62230"/>
                  </a:lnTo>
                  <a:lnTo>
                    <a:pt x="416852" y="72783"/>
                  </a:lnTo>
                  <a:lnTo>
                    <a:pt x="426935" y="86245"/>
                  </a:lnTo>
                  <a:lnTo>
                    <a:pt x="426720" y="86360"/>
                  </a:lnTo>
                  <a:lnTo>
                    <a:pt x="437781" y="102362"/>
                  </a:lnTo>
                  <a:lnTo>
                    <a:pt x="436880" y="102870"/>
                  </a:lnTo>
                  <a:lnTo>
                    <a:pt x="447040" y="120650"/>
                  </a:lnTo>
                  <a:lnTo>
                    <a:pt x="447446" y="120383"/>
                  </a:lnTo>
                  <a:lnTo>
                    <a:pt x="455930" y="140970"/>
                  </a:lnTo>
                  <a:lnTo>
                    <a:pt x="456285" y="140766"/>
                  </a:lnTo>
                  <a:lnTo>
                    <a:pt x="459740" y="151130"/>
                  </a:lnTo>
                  <a:lnTo>
                    <a:pt x="460070" y="150990"/>
                  </a:lnTo>
                  <a:lnTo>
                    <a:pt x="463550" y="162560"/>
                  </a:lnTo>
                  <a:lnTo>
                    <a:pt x="463854" y="162433"/>
                  </a:lnTo>
                  <a:lnTo>
                    <a:pt x="467360" y="175260"/>
                  </a:lnTo>
                  <a:lnTo>
                    <a:pt x="471170" y="187960"/>
                  </a:lnTo>
                  <a:lnTo>
                    <a:pt x="471360" y="187909"/>
                  </a:lnTo>
                  <a:lnTo>
                    <a:pt x="476250" y="217170"/>
                  </a:lnTo>
                  <a:lnTo>
                    <a:pt x="476427" y="217131"/>
                  </a:lnTo>
                  <a:lnTo>
                    <a:pt x="481330" y="248920"/>
                  </a:lnTo>
                  <a:lnTo>
                    <a:pt x="481457" y="248907"/>
                  </a:lnTo>
                  <a:lnTo>
                    <a:pt x="485140" y="283210"/>
                  </a:lnTo>
                  <a:lnTo>
                    <a:pt x="487680" y="322580"/>
                  </a:lnTo>
                  <a:lnTo>
                    <a:pt x="488950" y="364490"/>
                  </a:lnTo>
                  <a:lnTo>
                    <a:pt x="490220" y="408940"/>
                  </a:lnTo>
                  <a:lnTo>
                    <a:pt x="490220" y="449580"/>
                  </a:lnTo>
                  <a:lnTo>
                    <a:pt x="488988" y="486422"/>
                  </a:lnTo>
                  <a:lnTo>
                    <a:pt x="486410" y="520700"/>
                  </a:lnTo>
                  <a:lnTo>
                    <a:pt x="483971" y="549935"/>
                  </a:lnTo>
                  <a:lnTo>
                    <a:pt x="480060" y="576580"/>
                  </a:lnTo>
                  <a:lnTo>
                    <a:pt x="476250" y="599440"/>
                  </a:lnTo>
                  <a:lnTo>
                    <a:pt x="473710" y="609600"/>
                  </a:lnTo>
                  <a:lnTo>
                    <a:pt x="471449" y="618617"/>
                  </a:lnTo>
                  <a:lnTo>
                    <a:pt x="471170" y="618490"/>
                  </a:lnTo>
                  <a:lnTo>
                    <a:pt x="468630" y="627380"/>
                  </a:lnTo>
                  <a:lnTo>
                    <a:pt x="466090" y="635012"/>
                  </a:lnTo>
                  <a:lnTo>
                    <a:pt x="462280" y="641362"/>
                  </a:lnTo>
                  <a:lnTo>
                    <a:pt x="463283" y="641807"/>
                  </a:lnTo>
                  <a:lnTo>
                    <a:pt x="460248" y="646861"/>
                  </a:lnTo>
                  <a:lnTo>
                    <a:pt x="459740" y="646430"/>
                  </a:lnTo>
                  <a:lnTo>
                    <a:pt x="455930" y="652780"/>
                  </a:lnTo>
                  <a:lnTo>
                    <a:pt x="463550" y="659130"/>
                  </a:lnTo>
                  <a:lnTo>
                    <a:pt x="471170" y="664210"/>
                  </a:lnTo>
                  <a:lnTo>
                    <a:pt x="476250" y="657860"/>
                  </a:lnTo>
                  <a:lnTo>
                    <a:pt x="476250" y="656590"/>
                  </a:lnTo>
                  <a:lnTo>
                    <a:pt x="480060" y="650240"/>
                  </a:lnTo>
                  <a:lnTo>
                    <a:pt x="480060" y="648970"/>
                  </a:lnTo>
                  <a:lnTo>
                    <a:pt x="483870" y="641362"/>
                  </a:lnTo>
                  <a:lnTo>
                    <a:pt x="486410" y="633730"/>
                  </a:lnTo>
                  <a:lnTo>
                    <a:pt x="488950" y="624840"/>
                  </a:lnTo>
                  <a:lnTo>
                    <a:pt x="490220" y="624840"/>
                  </a:lnTo>
                  <a:lnTo>
                    <a:pt x="492760" y="614680"/>
                  </a:lnTo>
                  <a:lnTo>
                    <a:pt x="495300" y="603250"/>
                  </a:lnTo>
                  <a:lnTo>
                    <a:pt x="499110" y="580390"/>
                  </a:lnTo>
                  <a:lnTo>
                    <a:pt x="499110" y="579120"/>
                  </a:lnTo>
                  <a:lnTo>
                    <a:pt x="502920" y="552450"/>
                  </a:lnTo>
                  <a:lnTo>
                    <a:pt x="505460" y="521970"/>
                  </a:lnTo>
                  <a:lnTo>
                    <a:pt x="508000" y="487680"/>
                  </a:lnTo>
                  <a:lnTo>
                    <a:pt x="508000" y="449580"/>
                  </a:lnTo>
                  <a:lnTo>
                    <a:pt x="509270" y="40894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2475230" y="3562349"/>
              <a:ext cx="227329" cy="835660"/>
            </a:xfrm>
            <a:custGeom>
              <a:avLst/>
              <a:gdLst/>
              <a:ahLst/>
              <a:cxnLst/>
              <a:rect l="l" t="t" r="r" b="b"/>
              <a:pathLst>
                <a:path w="227330" h="835660">
                  <a:moveTo>
                    <a:pt x="227330" y="251460"/>
                  </a:moveTo>
                  <a:lnTo>
                    <a:pt x="223520" y="251460"/>
                  </a:lnTo>
                  <a:lnTo>
                    <a:pt x="223520" y="234950"/>
                  </a:lnTo>
                  <a:lnTo>
                    <a:pt x="223520" y="233680"/>
                  </a:lnTo>
                  <a:lnTo>
                    <a:pt x="222250" y="228600"/>
                  </a:lnTo>
                  <a:lnTo>
                    <a:pt x="220980" y="222250"/>
                  </a:lnTo>
                  <a:lnTo>
                    <a:pt x="220980" y="220980"/>
                  </a:lnTo>
                  <a:lnTo>
                    <a:pt x="219710" y="212090"/>
                  </a:lnTo>
                  <a:lnTo>
                    <a:pt x="217170" y="201930"/>
                  </a:lnTo>
                  <a:lnTo>
                    <a:pt x="217170" y="200660"/>
                  </a:lnTo>
                  <a:lnTo>
                    <a:pt x="214630" y="190500"/>
                  </a:lnTo>
                  <a:lnTo>
                    <a:pt x="210820" y="180340"/>
                  </a:lnTo>
                  <a:lnTo>
                    <a:pt x="207010" y="168910"/>
                  </a:lnTo>
                  <a:lnTo>
                    <a:pt x="207010" y="167640"/>
                  </a:lnTo>
                  <a:lnTo>
                    <a:pt x="203200" y="156210"/>
                  </a:lnTo>
                  <a:lnTo>
                    <a:pt x="198120" y="144780"/>
                  </a:lnTo>
                  <a:lnTo>
                    <a:pt x="191770" y="133350"/>
                  </a:lnTo>
                  <a:lnTo>
                    <a:pt x="189230" y="127000"/>
                  </a:lnTo>
                  <a:lnTo>
                    <a:pt x="188658" y="127330"/>
                  </a:lnTo>
                  <a:lnTo>
                    <a:pt x="185420" y="121920"/>
                  </a:lnTo>
                  <a:lnTo>
                    <a:pt x="185420" y="120650"/>
                  </a:lnTo>
                  <a:lnTo>
                    <a:pt x="181610" y="115570"/>
                  </a:lnTo>
                  <a:lnTo>
                    <a:pt x="181610" y="114300"/>
                  </a:lnTo>
                  <a:lnTo>
                    <a:pt x="177800" y="109220"/>
                  </a:lnTo>
                  <a:lnTo>
                    <a:pt x="176530" y="109220"/>
                  </a:lnTo>
                  <a:lnTo>
                    <a:pt x="167640" y="99060"/>
                  </a:lnTo>
                  <a:lnTo>
                    <a:pt x="167640" y="97790"/>
                  </a:lnTo>
                  <a:lnTo>
                    <a:pt x="156210" y="88900"/>
                  </a:lnTo>
                  <a:lnTo>
                    <a:pt x="156210" y="87630"/>
                  </a:lnTo>
                  <a:lnTo>
                    <a:pt x="143510" y="78740"/>
                  </a:lnTo>
                  <a:lnTo>
                    <a:pt x="130810" y="69850"/>
                  </a:lnTo>
                  <a:lnTo>
                    <a:pt x="129540" y="69850"/>
                  </a:lnTo>
                  <a:lnTo>
                    <a:pt x="122110" y="65138"/>
                  </a:lnTo>
                  <a:lnTo>
                    <a:pt x="130810" y="62230"/>
                  </a:lnTo>
                  <a:lnTo>
                    <a:pt x="132080" y="62230"/>
                  </a:lnTo>
                  <a:lnTo>
                    <a:pt x="146050" y="55880"/>
                  </a:lnTo>
                  <a:lnTo>
                    <a:pt x="147320" y="55880"/>
                  </a:lnTo>
                  <a:lnTo>
                    <a:pt x="161290" y="48260"/>
                  </a:lnTo>
                  <a:lnTo>
                    <a:pt x="161290" y="46990"/>
                  </a:lnTo>
                  <a:lnTo>
                    <a:pt x="167640" y="41910"/>
                  </a:lnTo>
                  <a:lnTo>
                    <a:pt x="172720" y="36830"/>
                  </a:lnTo>
                  <a:lnTo>
                    <a:pt x="173990" y="36830"/>
                  </a:lnTo>
                  <a:lnTo>
                    <a:pt x="173990" y="35560"/>
                  </a:lnTo>
                  <a:lnTo>
                    <a:pt x="179070" y="30480"/>
                  </a:lnTo>
                  <a:lnTo>
                    <a:pt x="180340" y="30480"/>
                  </a:lnTo>
                  <a:lnTo>
                    <a:pt x="184150" y="24130"/>
                  </a:lnTo>
                  <a:lnTo>
                    <a:pt x="189230" y="17780"/>
                  </a:lnTo>
                  <a:lnTo>
                    <a:pt x="194310" y="11430"/>
                  </a:lnTo>
                  <a:lnTo>
                    <a:pt x="185420" y="6350"/>
                  </a:lnTo>
                  <a:lnTo>
                    <a:pt x="177800" y="0"/>
                  </a:lnTo>
                  <a:lnTo>
                    <a:pt x="173990" y="6350"/>
                  </a:lnTo>
                  <a:lnTo>
                    <a:pt x="168910" y="12700"/>
                  </a:lnTo>
                  <a:lnTo>
                    <a:pt x="165100" y="17780"/>
                  </a:lnTo>
                  <a:lnTo>
                    <a:pt x="161290" y="21590"/>
                  </a:lnTo>
                  <a:lnTo>
                    <a:pt x="154940" y="26682"/>
                  </a:lnTo>
                  <a:lnTo>
                    <a:pt x="149860" y="31750"/>
                  </a:lnTo>
                  <a:lnTo>
                    <a:pt x="150253" y="32232"/>
                  </a:lnTo>
                  <a:lnTo>
                    <a:pt x="138887" y="38442"/>
                  </a:lnTo>
                  <a:lnTo>
                    <a:pt x="124460" y="44450"/>
                  </a:lnTo>
                  <a:lnTo>
                    <a:pt x="109220" y="49530"/>
                  </a:lnTo>
                  <a:lnTo>
                    <a:pt x="109283" y="49796"/>
                  </a:lnTo>
                  <a:lnTo>
                    <a:pt x="92710" y="53340"/>
                  </a:lnTo>
                  <a:lnTo>
                    <a:pt x="64770" y="58420"/>
                  </a:lnTo>
                  <a:lnTo>
                    <a:pt x="90170" y="71120"/>
                  </a:lnTo>
                  <a:lnTo>
                    <a:pt x="106680" y="78740"/>
                  </a:lnTo>
                  <a:lnTo>
                    <a:pt x="106857" y="78320"/>
                  </a:lnTo>
                  <a:lnTo>
                    <a:pt x="120650" y="86360"/>
                  </a:lnTo>
                  <a:lnTo>
                    <a:pt x="120764" y="86067"/>
                  </a:lnTo>
                  <a:lnTo>
                    <a:pt x="132080" y="93980"/>
                  </a:lnTo>
                  <a:lnTo>
                    <a:pt x="143967" y="102311"/>
                  </a:lnTo>
                  <a:lnTo>
                    <a:pt x="143510" y="102870"/>
                  </a:lnTo>
                  <a:lnTo>
                    <a:pt x="153670" y="111760"/>
                  </a:lnTo>
                  <a:lnTo>
                    <a:pt x="154266" y="111264"/>
                  </a:lnTo>
                  <a:lnTo>
                    <a:pt x="162560" y="121920"/>
                  </a:lnTo>
                  <a:lnTo>
                    <a:pt x="163144" y="121437"/>
                  </a:lnTo>
                  <a:lnTo>
                    <a:pt x="165976" y="125234"/>
                  </a:lnTo>
                  <a:lnTo>
                    <a:pt x="165100" y="125730"/>
                  </a:lnTo>
                  <a:lnTo>
                    <a:pt x="168910" y="130810"/>
                  </a:lnTo>
                  <a:lnTo>
                    <a:pt x="169468" y="130492"/>
                  </a:lnTo>
                  <a:lnTo>
                    <a:pt x="172720" y="135890"/>
                  </a:lnTo>
                  <a:lnTo>
                    <a:pt x="172720" y="137160"/>
                  </a:lnTo>
                  <a:lnTo>
                    <a:pt x="175260" y="142240"/>
                  </a:lnTo>
                  <a:lnTo>
                    <a:pt x="180340" y="153670"/>
                  </a:lnTo>
                  <a:lnTo>
                    <a:pt x="185420" y="163830"/>
                  </a:lnTo>
                  <a:lnTo>
                    <a:pt x="189230" y="175260"/>
                  </a:lnTo>
                  <a:lnTo>
                    <a:pt x="189598" y="175107"/>
                  </a:lnTo>
                  <a:lnTo>
                    <a:pt x="193040" y="185420"/>
                  </a:lnTo>
                  <a:lnTo>
                    <a:pt x="196735" y="195300"/>
                  </a:lnTo>
                  <a:lnTo>
                    <a:pt x="195580" y="195580"/>
                  </a:lnTo>
                  <a:lnTo>
                    <a:pt x="199390" y="205740"/>
                  </a:lnTo>
                  <a:lnTo>
                    <a:pt x="200660" y="215900"/>
                  </a:lnTo>
                  <a:lnTo>
                    <a:pt x="203200" y="224790"/>
                  </a:lnTo>
                  <a:lnTo>
                    <a:pt x="203200" y="229870"/>
                  </a:lnTo>
                  <a:lnTo>
                    <a:pt x="204470" y="236220"/>
                  </a:lnTo>
                  <a:lnTo>
                    <a:pt x="205727" y="252564"/>
                  </a:lnTo>
                  <a:lnTo>
                    <a:pt x="205727" y="816610"/>
                  </a:lnTo>
                  <a:lnTo>
                    <a:pt x="19050" y="816610"/>
                  </a:lnTo>
                  <a:lnTo>
                    <a:pt x="19050" y="339090"/>
                  </a:lnTo>
                  <a:lnTo>
                    <a:pt x="0" y="339090"/>
                  </a:lnTo>
                  <a:lnTo>
                    <a:pt x="0" y="825500"/>
                  </a:lnTo>
                  <a:lnTo>
                    <a:pt x="0" y="835660"/>
                  </a:lnTo>
                  <a:lnTo>
                    <a:pt x="10160" y="835660"/>
                  </a:lnTo>
                  <a:lnTo>
                    <a:pt x="217170" y="835660"/>
                  </a:lnTo>
                  <a:lnTo>
                    <a:pt x="227330" y="835660"/>
                  </a:lnTo>
                  <a:lnTo>
                    <a:pt x="227330" y="825500"/>
                  </a:lnTo>
                  <a:lnTo>
                    <a:pt x="227330" y="25146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2407919" y="3718560"/>
              <a:ext cx="86360" cy="18287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2184400" y="2915919"/>
              <a:ext cx="242570" cy="1482090"/>
            </a:xfrm>
            <a:custGeom>
              <a:avLst/>
              <a:gdLst/>
              <a:ahLst/>
              <a:cxnLst/>
              <a:rect l="l" t="t" r="r" b="b"/>
              <a:pathLst>
                <a:path w="242569" h="1482089">
                  <a:moveTo>
                    <a:pt x="242570" y="812800"/>
                  </a:moveTo>
                  <a:lnTo>
                    <a:pt x="223520" y="812800"/>
                  </a:lnTo>
                  <a:lnTo>
                    <a:pt x="223520" y="1463040"/>
                  </a:lnTo>
                  <a:lnTo>
                    <a:pt x="19050" y="1463040"/>
                  </a:lnTo>
                  <a:lnTo>
                    <a:pt x="19050" y="10160"/>
                  </a:lnTo>
                  <a:lnTo>
                    <a:pt x="8890" y="10160"/>
                  </a:lnTo>
                  <a:lnTo>
                    <a:pt x="8890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471930"/>
                  </a:lnTo>
                  <a:lnTo>
                    <a:pt x="0" y="1482090"/>
                  </a:lnTo>
                  <a:lnTo>
                    <a:pt x="8890" y="1482090"/>
                  </a:lnTo>
                  <a:lnTo>
                    <a:pt x="232410" y="1482090"/>
                  </a:lnTo>
                  <a:lnTo>
                    <a:pt x="242570" y="1482090"/>
                  </a:lnTo>
                  <a:lnTo>
                    <a:pt x="242570" y="1471930"/>
                  </a:lnTo>
                  <a:lnTo>
                    <a:pt x="242570" y="812800"/>
                  </a:lnTo>
                  <a:close/>
                </a:path>
                <a:path w="242569" h="1482089">
                  <a:moveTo>
                    <a:pt x="242570" y="260350"/>
                  </a:moveTo>
                  <a:lnTo>
                    <a:pt x="223520" y="260350"/>
                  </a:lnTo>
                  <a:lnTo>
                    <a:pt x="223520" y="585470"/>
                  </a:lnTo>
                  <a:lnTo>
                    <a:pt x="242570" y="585470"/>
                  </a:lnTo>
                  <a:lnTo>
                    <a:pt x="242570" y="26035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2407919" y="3166110"/>
              <a:ext cx="86360" cy="34416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1" name="object 441"/>
          <p:cNvGrpSpPr/>
          <p:nvPr/>
        </p:nvGrpSpPr>
        <p:grpSpPr>
          <a:xfrm>
            <a:off x="2766695" y="2916555"/>
            <a:ext cx="530860" cy="1512570"/>
            <a:chOff x="2766695" y="2916555"/>
            <a:chExt cx="530860" cy="1512570"/>
          </a:xfrm>
        </p:grpSpPr>
        <p:sp>
          <p:nvSpPr>
            <p:cNvPr id="442" name="object 442"/>
            <p:cNvSpPr/>
            <p:nvPr/>
          </p:nvSpPr>
          <p:spPr>
            <a:xfrm>
              <a:off x="2776220" y="2926080"/>
              <a:ext cx="511809" cy="1493520"/>
            </a:xfrm>
            <a:custGeom>
              <a:avLst/>
              <a:gdLst/>
              <a:ahLst/>
              <a:cxnLst/>
              <a:rect l="l" t="t" r="r" b="b"/>
              <a:pathLst>
                <a:path w="511810" h="1493520">
                  <a:moveTo>
                    <a:pt x="511809" y="0"/>
                  </a:moveTo>
                  <a:lnTo>
                    <a:pt x="288290" y="0"/>
                  </a:lnTo>
                  <a:lnTo>
                    <a:pt x="288290" y="1076960"/>
                  </a:lnTo>
                  <a:lnTo>
                    <a:pt x="287019" y="1126490"/>
                  </a:lnTo>
                  <a:lnTo>
                    <a:pt x="287019" y="1165860"/>
                  </a:lnTo>
                  <a:lnTo>
                    <a:pt x="284480" y="1196340"/>
                  </a:lnTo>
                  <a:lnTo>
                    <a:pt x="283210" y="1206500"/>
                  </a:lnTo>
                  <a:lnTo>
                    <a:pt x="281940" y="1211580"/>
                  </a:lnTo>
                  <a:lnTo>
                    <a:pt x="281940" y="1215390"/>
                  </a:lnTo>
                  <a:lnTo>
                    <a:pt x="279400" y="1223010"/>
                  </a:lnTo>
                  <a:lnTo>
                    <a:pt x="278130" y="1225550"/>
                  </a:lnTo>
                  <a:lnTo>
                    <a:pt x="278130" y="1228090"/>
                  </a:lnTo>
                  <a:lnTo>
                    <a:pt x="275590" y="1230630"/>
                  </a:lnTo>
                  <a:lnTo>
                    <a:pt x="271780" y="1238250"/>
                  </a:lnTo>
                  <a:lnTo>
                    <a:pt x="269240" y="1239520"/>
                  </a:lnTo>
                  <a:lnTo>
                    <a:pt x="267969" y="1240790"/>
                  </a:lnTo>
                  <a:lnTo>
                    <a:pt x="265430" y="1242060"/>
                  </a:lnTo>
                  <a:lnTo>
                    <a:pt x="264160" y="1243330"/>
                  </a:lnTo>
                  <a:lnTo>
                    <a:pt x="261619" y="1244600"/>
                  </a:lnTo>
                  <a:lnTo>
                    <a:pt x="259080" y="1244600"/>
                  </a:lnTo>
                  <a:lnTo>
                    <a:pt x="256540" y="1245870"/>
                  </a:lnTo>
                  <a:lnTo>
                    <a:pt x="252730" y="1245870"/>
                  </a:lnTo>
                  <a:lnTo>
                    <a:pt x="250190" y="1244600"/>
                  </a:lnTo>
                  <a:lnTo>
                    <a:pt x="247650" y="1244600"/>
                  </a:lnTo>
                  <a:lnTo>
                    <a:pt x="246380" y="1243330"/>
                  </a:lnTo>
                  <a:lnTo>
                    <a:pt x="243840" y="1243330"/>
                  </a:lnTo>
                  <a:lnTo>
                    <a:pt x="242569" y="1242060"/>
                  </a:lnTo>
                  <a:lnTo>
                    <a:pt x="240030" y="1240790"/>
                  </a:lnTo>
                  <a:lnTo>
                    <a:pt x="238760" y="1238250"/>
                  </a:lnTo>
                  <a:lnTo>
                    <a:pt x="237490" y="1236980"/>
                  </a:lnTo>
                  <a:lnTo>
                    <a:pt x="236219" y="1234440"/>
                  </a:lnTo>
                  <a:lnTo>
                    <a:pt x="234950" y="1233170"/>
                  </a:lnTo>
                  <a:lnTo>
                    <a:pt x="231140" y="1225550"/>
                  </a:lnTo>
                  <a:lnTo>
                    <a:pt x="229869" y="1221740"/>
                  </a:lnTo>
                  <a:lnTo>
                    <a:pt x="229869" y="1219200"/>
                  </a:lnTo>
                  <a:lnTo>
                    <a:pt x="228600" y="1215390"/>
                  </a:lnTo>
                  <a:lnTo>
                    <a:pt x="228600" y="1210310"/>
                  </a:lnTo>
                  <a:lnTo>
                    <a:pt x="227330" y="1201420"/>
                  </a:lnTo>
                  <a:lnTo>
                    <a:pt x="224790" y="1174750"/>
                  </a:lnTo>
                  <a:lnTo>
                    <a:pt x="223519" y="1139190"/>
                  </a:lnTo>
                  <a:lnTo>
                    <a:pt x="223519" y="0"/>
                  </a:lnTo>
                  <a:lnTo>
                    <a:pt x="0" y="0"/>
                  </a:lnTo>
                  <a:lnTo>
                    <a:pt x="0" y="864870"/>
                  </a:lnTo>
                  <a:lnTo>
                    <a:pt x="1269" y="1070610"/>
                  </a:lnTo>
                  <a:lnTo>
                    <a:pt x="2540" y="1140460"/>
                  </a:lnTo>
                  <a:lnTo>
                    <a:pt x="5080" y="1189990"/>
                  </a:lnTo>
                  <a:lnTo>
                    <a:pt x="8890" y="1228090"/>
                  </a:lnTo>
                  <a:lnTo>
                    <a:pt x="21590" y="1283970"/>
                  </a:lnTo>
                  <a:lnTo>
                    <a:pt x="39369" y="1337310"/>
                  </a:lnTo>
                  <a:lnTo>
                    <a:pt x="66040" y="1384300"/>
                  </a:lnTo>
                  <a:lnTo>
                    <a:pt x="76200" y="1399540"/>
                  </a:lnTo>
                  <a:lnTo>
                    <a:pt x="113030" y="1437640"/>
                  </a:lnTo>
                  <a:lnTo>
                    <a:pt x="158750" y="1468120"/>
                  </a:lnTo>
                  <a:lnTo>
                    <a:pt x="208280" y="1487170"/>
                  </a:lnTo>
                  <a:lnTo>
                    <a:pt x="264160" y="1493520"/>
                  </a:lnTo>
                  <a:lnTo>
                    <a:pt x="297180" y="1490980"/>
                  </a:lnTo>
                  <a:lnTo>
                    <a:pt x="344169" y="1478280"/>
                  </a:lnTo>
                  <a:lnTo>
                    <a:pt x="384810" y="1456690"/>
                  </a:lnTo>
                  <a:lnTo>
                    <a:pt x="420369" y="1423670"/>
                  </a:lnTo>
                  <a:lnTo>
                    <a:pt x="450850" y="1381760"/>
                  </a:lnTo>
                  <a:lnTo>
                    <a:pt x="474980" y="1330960"/>
                  </a:lnTo>
                  <a:lnTo>
                    <a:pt x="486409" y="1295400"/>
                  </a:lnTo>
                  <a:lnTo>
                    <a:pt x="492759" y="1278890"/>
                  </a:lnTo>
                  <a:lnTo>
                    <a:pt x="496569" y="1262380"/>
                  </a:lnTo>
                  <a:lnTo>
                    <a:pt x="500380" y="1244600"/>
                  </a:lnTo>
                  <a:lnTo>
                    <a:pt x="502919" y="1228090"/>
                  </a:lnTo>
                  <a:lnTo>
                    <a:pt x="504190" y="1210310"/>
                  </a:lnTo>
                  <a:lnTo>
                    <a:pt x="506730" y="1192530"/>
                  </a:lnTo>
                  <a:lnTo>
                    <a:pt x="508000" y="1170940"/>
                  </a:lnTo>
                  <a:lnTo>
                    <a:pt x="509269" y="1118870"/>
                  </a:lnTo>
                  <a:lnTo>
                    <a:pt x="511809" y="976630"/>
                  </a:lnTo>
                  <a:lnTo>
                    <a:pt x="511809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2776220" y="2926080"/>
              <a:ext cx="511809" cy="1493520"/>
            </a:xfrm>
            <a:custGeom>
              <a:avLst/>
              <a:gdLst/>
              <a:ahLst/>
              <a:cxnLst/>
              <a:rect l="l" t="t" r="r" b="b"/>
              <a:pathLst>
                <a:path w="511810" h="1493520">
                  <a:moveTo>
                    <a:pt x="511809" y="0"/>
                  </a:moveTo>
                  <a:lnTo>
                    <a:pt x="511809" y="976630"/>
                  </a:lnTo>
                  <a:lnTo>
                    <a:pt x="510540" y="1054100"/>
                  </a:lnTo>
                  <a:lnTo>
                    <a:pt x="509269" y="1118870"/>
                  </a:lnTo>
                  <a:lnTo>
                    <a:pt x="508000" y="1170940"/>
                  </a:lnTo>
                  <a:lnTo>
                    <a:pt x="506730" y="1192530"/>
                  </a:lnTo>
                  <a:lnTo>
                    <a:pt x="504190" y="1210310"/>
                  </a:lnTo>
                  <a:lnTo>
                    <a:pt x="502919" y="1228090"/>
                  </a:lnTo>
                  <a:lnTo>
                    <a:pt x="500380" y="1244600"/>
                  </a:lnTo>
                  <a:lnTo>
                    <a:pt x="496569" y="1262380"/>
                  </a:lnTo>
                  <a:lnTo>
                    <a:pt x="492759" y="1278890"/>
                  </a:lnTo>
                  <a:lnTo>
                    <a:pt x="486409" y="1295400"/>
                  </a:lnTo>
                  <a:lnTo>
                    <a:pt x="481330" y="1313180"/>
                  </a:lnTo>
                  <a:lnTo>
                    <a:pt x="467360" y="1348740"/>
                  </a:lnTo>
                  <a:lnTo>
                    <a:pt x="440690" y="1397000"/>
                  </a:lnTo>
                  <a:lnTo>
                    <a:pt x="408940" y="1435100"/>
                  </a:lnTo>
                  <a:lnTo>
                    <a:pt x="372110" y="1464310"/>
                  </a:lnTo>
                  <a:lnTo>
                    <a:pt x="328930" y="1483360"/>
                  </a:lnTo>
                  <a:lnTo>
                    <a:pt x="313690" y="1488440"/>
                  </a:lnTo>
                  <a:lnTo>
                    <a:pt x="297180" y="1490980"/>
                  </a:lnTo>
                  <a:lnTo>
                    <a:pt x="280669" y="1492250"/>
                  </a:lnTo>
                  <a:lnTo>
                    <a:pt x="264160" y="1493520"/>
                  </a:lnTo>
                  <a:lnTo>
                    <a:pt x="245110" y="1492250"/>
                  </a:lnTo>
                  <a:lnTo>
                    <a:pt x="226060" y="1490980"/>
                  </a:lnTo>
                  <a:lnTo>
                    <a:pt x="208280" y="1487170"/>
                  </a:lnTo>
                  <a:lnTo>
                    <a:pt x="158750" y="1468120"/>
                  </a:lnTo>
                  <a:lnTo>
                    <a:pt x="113030" y="1437640"/>
                  </a:lnTo>
                  <a:lnTo>
                    <a:pt x="76200" y="1399540"/>
                  </a:lnTo>
                  <a:lnTo>
                    <a:pt x="66040" y="1384300"/>
                  </a:lnTo>
                  <a:lnTo>
                    <a:pt x="55880" y="1370330"/>
                  </a:lnTo>
                  <a:lnTo>
                    <a:pt x="33019" y="1319530"/>
                  </a:lnTo>
                  <a:lnTo>
                    <a:pt x="16510" y="1264920"/>
                  </a:lnTo>
                  <a:lnTo>
                    <a:pt x="6350" y="1209040"/>
                  </a:lnTo>
                  <a:lnTo>
                    <a:pt x="2540" y="1140460"/>
                  </a:lnTo>
                  <a:lnTo>
                    <a:pt x="1269" y="1070610"/>
                  </a:lnTo>
                  <a:lnTo>
                    <a:pt x="0" y="864870"/>
                  </a:lnTo>
                  <a:lnTo>
                    <a:pt x="0" y="0"/>
                  </a:lnTo>
                  <a:lnTo>
                    <a:pt x="223519" y="0"/>
                  </a:lnTo>
                  <a:lnTo>
                    <a:pt x="223519" y="1096010"/>
                  </a:lnTo>
                  <a:lnTo>
                    <a:pt x="223519" y="1139190"/>
                  </a:lnTo>
                  <a:lnTo>
                    <a:pt x="224790" y="1174750"/>
                  </a:lnTo>
                  <a:lnTo>
                    <a:pt x="226060" y="1188720"/>
                  </a:lnTo>
                  <a:lnTo>
                    <a:pt x="227330" y="1201420"/>
                  </a:lnTo>
                  <a:lnTo>
                    <a:pt x="228600" y="1210310"/>
                  </a:lnTo>
                  <a:lnTo>
                    <a:pt x="228600" y="1215390"/>
                  </a:lnTo>
                  <a:lnTo>
                    <a:pt x="229869" y="1219200"/>
                  </a:lnTo>
                  <a:lnTo>
                    <a:pt x="229869" y="1221740"/>
                  </a:lnTo>
                  <a:lnTo>
                    <a:pt x="231140" y="1225550"/>
                  </a:lnTo>
                  <a:lnTo>
                    <a:pt x="232410" y="1228090"/>
                  </a:lnTo>
                  <a:lnTo>
                    <a:pt x="233680" y="1230630"/>
                  </a:lnTo>
                  <a:lnTo>
                    <a:pt x="234950" y="1233170"/>
                  </a:lnTo>
                  <a:lnTo>
                    <a:pt x="236219" y="1234440"/>
                  </a:lnTo>
                  <a:lnTo>
                    <a:pt x="237490" y="1236980"/>
                  </a:lnTo>
                  <a:lnTo>
                    <a:pt x="238760" y="1238250"/>
                  </a:lnTo>
                  <a:lnTo>
                    <a:pt x="240030" y="1240790"/>
                  </a:lnTo>
                  <a:lnTo>
                    <a:pt x="242569" y="1242060"/>
                  </a:lnTo>
                  <a:lnTo>
                    <a:pt x="243840" y="1243330"/>
                  </a:lnTo>
                  <a:lnTo>
                    <a:pt x="246380" y="1243330"/>
                  </a:lnTo>
                  <a:lnTo>
                    <a:pt x="247650" y="1244600"/>
                  </a:lnTo>
                  <a:lnTo>
                    <a:pt x="250190" y="1244600"/>
                  </a:lnTo>
                  <a:lnTo>
                    <a:pt x="252730" y="1245870"/>
                  </a:lnTo>
                  <a:lnTo>
                    <a:pt x="254000" y="1245870"/>
                  </a:lnTo>
                  <a:lnTo>
                    <a:pt x="256540" y="1245870"/>
                  </a:lnTo>
                  <a:lnTo>
                    <a:pt x="259080" y="1244600"/>
                  </a:lnTo>
                  <a:lnTo>
                    <a:pt x="261619" y="1244600"/>
                  </a:lnTo>
                  <a:lnTo>
                    <a:pt x="264160" y="1243330"/>
                  </a:lnTo>
                  <a:lnTo>
                    <a:pt x="265430" y="1242060"/>
                  </a:lnTo>
                  <a:lnTo>
                    <a:pt x="267969" y="1240790"/>
                  </a:lnTo>
                  <a:lnTo>
                    <a:pt x="269240" y="1239520"/>
                  </a:lnTo>
                  <a:lnTo>
                    <a:pt x="271780" y="1238250"/>
                  </a:lnTo>
                  <a:lnTo>
                    <a:pt x="273050" y="1235710"/>
                  </a:lnTo>
                  <a:lnTo>
                    <a:pt x="274319" y="1233170"/>
                  </a:lnTo>
                  <a:lnTo>
                    <a:pt x="275590" y="1230630"/>
                  </a:lnTo>
                  <a:lnTo>
                    <a:pt x="278130" y="1228090"/>
                  </a:lnTo>
                  <a:lnTo>
                    <a:pt x="278130" y="1225550"/>
                  </a:lnTo>
                  <a:lnTo>
                    <a:pt x="279400" y="1223010"/>
                  </a:lnTo>
                  <a:lnTo>
                    <a:pt x="280669" y="1219200"/>
                  </a:lnTo>
                  <a:lnTo>
                    <a:pt x="281940" y="1215390"/>
                  </a:lnTo>
                  <a:lnTo>
                    <a:pt x="281940" y="1211580"/>
                  </a:lnTo>
                  <a:lnTo>
                    <a:pt x="283210" y="1206500"/>
                  </a:lnTo>
                  <a:lnTo>
                    <a:pt x="284480" y="1196340"/>
                  </a:lnTo>
                  <a:lnTo>
                    <a:pt x="285750" y="1182370"/>
                  </a:lnTo>
                  <a:lnTo>
                    <a:pt x="287019" y="1165860"/>
                  </a:lnTo>
                  <a:lnTo>
                    <a:pt x="287019" y="1126490"/>
                  </a:lnTo>
                  <a:lnTo>
                    <a:pt x="288290" y="1076960"/>
                  </a:lnTo>
                  <a:lnTo>
                    <a:pt x="288290" y="0"/>
                  </a:lnTo>
                  <a:lnTo>
                    <a:pt x="511809" y="0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4" name="object 444"/>
          <p:cNvGrpSpPr/>
          <p:nvPr/>
        </p:nvGrpSpPr>
        <p:grpSpPr>
          <a:xfrm>
            <a:off x="3928745" y="2916555"/>
            <a:ext cx="781050" cy="1480820"/>
            <a:chOff x="3928745" y="2916555"/>
            <a:chExt cx="781050" cy="1480820"/>
          </a:xfrm>
        </p:grpSpPr>
        <p:sp>
          <p:nvSpPr>
            <p:cNvPr id="445" name="object 445"/>
            <p:cNvSpPr/>
            <p:nvPr/>
          </p:nvSpPr>
          <p:spPr>
            <a:xfrm>
              <a:off x="3938270" y="2926079"/>
              <a:ext cx="487680" cy="1461770"/>
            </a:xfrm>
            <a:custGeom>
              <a:avLst/>
              <a:gdLst/>
              <a:ahLst/>
              <a:cxnLst/>
              <a:rect l="l" t="t" r="r" b="b"/>
              <a:pathLst>
                <a:path w="487679" h="1461770">
                  <a:moveTo>
                    <a:pt x="487680" y="0"/>
                  </a:moveTo>
                  <a:lnTo>
                    <a:pt x="0" y="0"/>
                  </a:lnTo>
                  <a:lnTo>
                    <a:pt x="0" y="292100"/>
                  </a:lnTo>
                  <a:lnTo>
                    <a:pt x="132080" y="292100"/>
                  </a:lnTo>
                  <a:lnTo>
                    <a:pt x="132080" y="1461770"/>
                  </a:lnTo>
                  <a:lnTo>
                    <a:pt x="355600" y="1461770"/>
                  </a:lnTo>
                  <a:lnTo>
                    <a:pt x="355600" y="292100"/>
                  </a:lnTo>
                  <a:lnTo>
                    <a:pt x="487680" y="292100"/>
                  </a:lnTo>
                  <a:lnTo>
                    <a:pt x="48768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3938269" y="2926080"/>
              <a:ext cx="487680" cy="1461770"/>
            </a:xfrm>
            <a:custGeom>
              <a:avLst/>
              <a:gdLst/>
              <a:ahLst/>
              <a:cxnLst/>
              <a:rect l="l" t="t" r="r" b="b"/>
              <a:pathLst>
                <a:path w="487679" h="1461770">
                  <a:moveTo>
                    <a:pt x="487679" y="0"/>
                  </a:moveTo>
                  <a:lnTo>
                    <a:pt x="487679" y="292100"/>
                  </a:lnTo>
                  <a:lnTo>
                    <a:pt x="355600" y="292100"/>
                  </a:lnTo>
                  <a:lnTo>
                    <a:pt x="355600" y="1461770"/>
                  </a:lnTo>
                  <a:lnTo>
                    <a:pt x="132079" y="1461770"/>
                  </a:lnTo>
                  <a:lnTo>
                    <a:pt x="132079" y="292100"/>
                  </a:lnTo>
                  <a:lnTo>
                    <a:pt x="0" y="292100"/>
                  </a:lnTo>
                  <a:lnTo>
                    <a:pt x="0" y="0"/>
                  </a:lnTo>
                  <a:lnTo>
                    <a:pt x="487679" y="0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4476749" y="2926080"/>
              <a:ext cx="223520" cy="1461770"/>
            </a:xfrm>
            <a:custGeom>
              <a:avLst/>
              <a:gdLst/>
              <a:ahLst/>
              <a:cxnLst/>
              <a:rect l="l" t="t" r="r" b="b"/>
              <a:pathLst>
                <a:path w="223520" h="1461770">
                  <a:moveTo>
                    <a:pt x="223520" y="0"/>
                  </a:moveTo>
                  <a:lnTo>
                    <a:pt x="0" y="0"/>
                  </a:lnTo>
                  <a:lnTo>
                    <a:pt x="0" y="1461770"/>
                  </a:lnTo>
                  <a:lnTo>
                    <a:pt x="223520" y="1461770"/>
                  </a:lnTo>
                  <a:lnTo>
                    <a:pt x="22352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4476749" y="2926080"/>
              <a:ext cx="223520" cy="1461770"/>
            </a:xfrm>
            <a:custGeom>
              <a:avLst/>
              <a:gdLst/>
              <a:ahLst/>
              <a:cxnLst/>
              <a:rect l="l" t="t" r="r" b="b"/>
              <a:pathLst>
                <a:path w="223520" h="1461770">
                  <a:moveTo>
                    <a:pt x="223520" y="0"/>
                  </a:moveTo>
                  <a:lnTo>
                    <a:pt x="223520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223520" y="0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9" name="object 449"/>
          <p:cNvGrpSpPr/>
          <p:nvPr/>
        </p:nvGrpSpPr>
        <p:grpSpPr>
          <a:xfrm>
            <a:off x="4784090" y="2895600"/>
            <a:ext cx="527050" cy="1524000"/>
            <a:chOff x="4784090" y="2895600"/>
            <a:chExt cx="527050" cy="1524000"/>
          </a:xfrm>
        </p:grpSpPr>
        <p:sp>
          <p:nvSpPr>
            <p:cNvPr id="450" name="object 450"/>
            <p:cNvSpPr/>
            <p:nvPr/>
          </p:nvSpPr>
          <p:spPr>
            <a:xfrm>
              <a:off x="4784090" y="2895600"/>
              <a:ext cx="518159" cy="1524000"/>
            </a:xfrm>
            <a:custGeom>
              <a:avLst/>
              <a:gdLst/>
              <a:ahLst/>
              <a:cxnLst/>
              <a:rect l="l" t="t" r="r" b="b"/>
              <a:pathLst>
                <a:path w="518160" h="1524000">
                  <a:moveTo>
                    <a:pt x="275589" y="0"/>
                  </a:moveTo>
                  <a:lnTo>
                    <a:pt x="241300" y="0"/>
                  </a:lnTo>
                  <a:lnTo>
                    <a:pt x="223520" y="2539"/>
                  </a:lnTo>
                  <a:lnTo>
                    <a:pt x="175260" y="15239"/>
                  </a:lnTo>
                  <a:lnTo>
                    <a:pt x="146050" y="31750"/>
                  </a:lnTo>
                  <a:lnTo>
                    <a:pt x="130810" y="40639"/>
                  </a:lnTo>
                  <a:lnTo>
                    <a:pt x="93980" y="76200"/>
                  </a:lnTo>
                  <a:lnTo>
                    <a:pt x="62230" y="120650"/>
                  </a:lnTo>
                  <a:lnTo>
                    <a:pt x="44450" y="156210"/>
                  </a:lnTo>
                  <a:lnTo>
                    <a:pt x="30480" y="195579"/>
                  </a:lnTo>
                  <a:lnTo>
                    <a:pt x="19050" y="237489"/>
                  </a:lnTo>
                  <a:lnTo>
                    <a:pt x="11430" y="280670"/>
                  </a:lnTo>
                  <a:lnTo>
                    <a:pt x="7620" y="302260"/>
                  </a:lnTo>
                  <a:lnTo>
                    <a:pt x="6350" y="325120"/>
                  </a:lnTo>
                  <a:lnTo>
                    <a:pt x="3810" y="378460"/>
                  </a:lnTo>
                  <a:lnTo>
                    <a:pt x="1270" y="448310"/>
                  </a:lnTo>
                  <a:lnTo>
                    <a:pt x="0" y="636270"/>
                  </a:lnTo>
                  <a:lnTo>
                    <a:pt x="0" y="886460"/>
                  </a:lnTo>
                  <a:lnTo>
                    <a:pt x="2539" y="1078230"/>
                  </a:lnTo>
                  <a:lnTo>
                    <a:pt x="3810" y="1149350"/>
                  </a:lnTo>
                  <a:lnTo>
                    <a:pt x="6350" y="1202689"/>
                  </a:lnTo>
                  <a:lnTo>
                    <a:pt x="11430" y="1247139"/>
                  </a:lnTo>
                  <a:lnTo>
                    <a:pt x="20320" y="1290320"/>
                  </a:lnTo>
                  <a:lnTo>
                    <a:pt x="38100" y="1351280"/>
                  </a:lnTo>
                  <a:lnTo>
                    <a:pt x="46989" y="1370330"/>
                  </a:lnTo>
                  <a:lnTo>
                    <a:pt x="54610" y="1389380"/>
                  </a:lnTo>
                  <a:lnTo>
                    <a:pt x="74930" y="1422400"/>
                  </a:lnTo>
                  <a:lnTo>
                    <a:pt x="109220" y="1463039"/>
                  </a:lnTo>
                  <a:lnTo>
                    <a:pt x="148589" y="1493520"/>
                  </a:lnTo>
                  <a:lnTo>
                    <a:pt x="193039" y="1513839"/>
                  </a:lnTo>
                  <a:lnTo>
                    <a:pt x="241300" y="1522730"/>
                  </a:lnTo>
                  <a:lnTo>
                    <a:pt x="259080" y="1524000"/>
                  </a:lnTo>
                  <a:lnTo>
                    <a:pt x="294639" y="1521460"/>
                  </a:lnTo>
                  <a:lnTo>
                    <a:pt x="358139" y="1501139"/>
                  </a:lnTo>
                  <a:lnTo>
                    <a:pt x="400050" y="1471930"/>
                  </a:lnTo>
                  <a:lnTo>
                    <a:pt x="435610" y="1433830"/>
                  </a:lnTo>
                  <a:lnTo>
                    <a:pt x="464820" y="1385570"/>
                  </a:lnTo>
                  <a:lnTo>
                    <a:pt x="481330" y="1347470"/>
                  </a:lnTo>
                  <a:lnTo>
                    <a:pt x="494030" y="1306830"/>
                  </a:lnTo>
                  <a:lnTo>
                    <a:pt x="501500" y="1276350"/>
                  </a:lnTo>
                  <a:lnTo>
                    <a:pt x="255270" y="1276350"/>
                  </a:lnTo>
                  <a:lnTo>
                    <a:pt x="252730" y="1275080"/>
                  </a:lnTo>
                  <a:lnTo>
                    <a:pt x="251460" y="1275080"/>
                  </a:lnTo>
                  <a:lnTo>
                    <a:pt x="243839" y="1271270"/>
                  </a:lnTo>
                  <a:lnTo>
                    <a:pt x="242570" y="1270000"/>
                  </a:lnTo>
                  <a:lnTo>
                    <a:pt x="240030" y="1268730"/>
                  </a:lnTo>
                  <a:lnTo>
                    <a:pt x="236220" y="1261110"/>
                  </a:lnTo>
                  <a:lnTo>
                    <a:pt x="233680" y="1258570"/>
                  </a:lnTo>
                  <a:lnTo>
                    <a:pt x="233680" y="1256030"/>
                  </a:lnTo>
                  <a:lnTo>
                    <a:pt x="232410" y="1253489"/>
                  </a:lnTo>
                  <a:lnTo>
                    <a:pt x="229870" y="1245870"/>
                  </a:lnTo>
                  <a:lnTo>
                    <a:pt x="229870" y="1242060"/>
                  </a:lnTo>
                  <a:lnTo>
                    <a:pt x="228600" y="1236980"/>
                  </a:lnTo>
                  <a:lnTo>
                    <a:pt x="227330" y="1225550"/>
                  </a:lnTo>
                  <a:lnTo>
                    <a:pt x="226060" y="1210310"/>
                  </a:lnTo>
                  <a:lnTo>
                    <a:pt x="226060" y="1191260"/>
                  </a:lnTo>
                  <a:lnTo>
                    <a:pt x="224862" y="1149350"/>
                  </a:lnTo>
                  <a:lnTo>
                    <a:pt x="224789" y="334010"/>
                  </a:lnTo>
                  <a:lnTo>
                    <a:pt x="226060" y="316229"/>
                  </a:lnTo>
                  <a:lnTo>
                    <a:pt x="227330" y="299720"/>
                  </a:lnTo>
                  <a:lnTo>
                    <a:pt x="229870" y="287020"/>
                  </a:lnTo>
                  <a:lnTo>
                    <a:pt x="229870" y="281939"/>
                  </a:lnTo>
                  <a:lnTo>
                    <a:pt x="231139" y="278129"/>
                  </a:lnTo>
                  <a:lnTo>
                    <a:pt x="232410" y="273050"/>
                  </a:lnTo>
                  <a:lnTo>
                    <a:pt x="233680" y="270510"/>
                  </a:lnTo>
                  <a:lnTo>
                    <a:pt x="233680" y="267970"/>
                  </a:lnTo>
                  <a:lnTo>
                    <a:pt x="236220" y="265429"/>
                  </a:lnTo>
                  <a:lnTo>
                    <a:pt x="236220" y="262889"/>
                  </a:lnTo>
                  <a:lnTo>
                    <a:pt x="238760" y="260350"/>
                  </a:lnTo>
                  <a:lnTo>
                    <a:pt x="240030" y="257810"/>
                  </a:lnTo>
                  <a:lnTo>
                    <a:pt x="242570" y="255270"/>
                  </a:lnTo>
                  <a:lnTo>
                    <a:pt x="243839" y="252729"/>
                  </a:lnTo>
                  <a:lnTo>
                    <a:pt x="246380" y="251460"/>
                  </a:lnTo>
                  <a:lnTo>
                    <a:pt x="247650" y="250189"/>
                  </a:lnTo>
                  <a:lnTo>
                    <a:pt x="250189" y="250189"/>
                  </a:lnTo>
                  <a:lnTo>
                    <a:pt x="251460" y="248920"/>
                  </a:lnTo>
                  <a:lnTo>
                    <a:pt x="254000" y="247650"/>
                  </a:lnTo>
                  <a:lnTo>
                    <a:pt x="501332" y="247650"/>
                  </a:lnTo>
                  <a:lnTo>
                    <a:pt x="492760" y="213360"/>
                  </a:lnTo>
                  <a:lnTo>
                    <a:pt x="480060" y="172720"/>
                  </a:lnTo>
                  <a:lnTo>
                    <a:pt x="462280" y="134620"/>
                  </a:lnTo>
                  <a:lnTo>
                    <a:pt x="443230" y="101600"/>
                  </a:lnTo>
                  <a:lnTo>
                    <a:pt x="408939" y="59689"/>
                  </a:lnTo>
                  <a:lnTo>
                    <a:pt x="369570" y="29210"/>
                  </a:lnTo>
                  <a:lnTo>
                    <a:pt x="325120" y="10160"/>
                  </a:lnTo>
                  <a:lnTo>
                    <a:pt x="308610" y="5079"/>
                  </a:lnTo>
                  <a:lnTo>
                    <a:pt x="275589" y="0"/>
                  </a:lnTo>
                  <a:close/>
                </a:path>
                <a:path w="518160" h="1524000">
                  <a:moveTo>
                    <a:pt x="501332" y="247650"/>
                  </a:moveTo>
                  <a:lnTo>
                    <a:pt x="265430" y="247650"/>
                  </a:lnTo>
                  <a:lnTo>
                    <a:pt x="267970" y="248920"/>
                  </a:lnTo>
                  <a:lnTo>
                    <a:pt x="269239" y="248920"/>
                  </a:lnTo>
                  <a:lnTo>
                    <a:pt x="271780" y="250189"/>
                  </a:lnTo>
                  <a:lnTo>
                    <a:pt x="273050" y="251460"/>
                  </a:lnTo>
                  <a:lnTo>
                    <a:pt x="275589" y="252729"/>
                  </a:lnTo>
                  <a:lnTo>
                    <a:pt x="279400" y="256539"/>
                  </a:lnTo>
                  <a:lnTo>
                    <a:pt x="283210" y="264160"/>
                  </a:lnTo>
                  <a:lnTo>
                    <a:pt x="284480" y="265429"/>
                  </a:lnTo>
                  <a:lnTo>
                    <a:pt x="285750" y="269239"/>
                  </a:lnTo>
                  <a:lnTo>
                    <a:pt x="287020" y="271779"/>
                  </a:lnTo>
                  <a:lnTo>
                    <a:pt x="287020" y="275589"/>
                  </a:lnTo>
                  <a:lnTo>
                    <a:pt x="288289" y="279400"/>
                  </a:lnTo>
                  <a:lnTo>
                    <a:pt x="289560" y="284479"/>
                  </a:lnTo>
                  <a:lnTo>
                    <a:pt x="289560" y="294639"/>
                  </a:lnTo>
                  <a:lnTo>
                    <a:pt x="292100" y="307339"/>
                  </a:lnTo>
                  <a:lnTo>
                    <a:pt x="292187" y="325120"/>
                  </a:lnTo>
                  <a:lnTo>
                    <a:pt x="293370" y="359410"/>
                  </a:lnTo>
                  <a:lnTo>
                    <a:pt x="294639" y="406400"/>
                  </a:lnTo>
                  <a:lnTo>
                    <a:pt x="294639" y="1078230"/>
                  </a:lnTo>
                  <a:lnTo>
                    <a:pt x="293370" y="1136650"/>
                  </a:lnTo>
                  <a:lnTo>
                    <a:pt x="292100" y="1183639"/>
                  </a:lnTo>
                  <a:lnTo>
                    <a:pt x="292100" y="1202689"/>
                  </a:lnTo>
                  <a:lnTo>
                    <a:pt x="290830" y="1219200"/>
                  </a:lnTo>
                  <a:lnTo>
                    <a:pt x="289560" y="1231900"/>
                  </a:lnTo>
                  <a:lnTo>
                    <a:pt x="287020" y="1242060"/>
                  </a:lnTo>
                  <a:lnTo>
                    <a:pt x="287020" y="1245870"/>
                  </a:lnTo>
                  <a:lnTo>
                    <a:pt x="284480" y="1253489"/>
                  </a:lnTo>
                  <a:lnTo>
                    <a:pt x="283210" y="1256030"/>
                  </a:lnTo>
                  <a:lnTo>
                    <a:pt x="281939" y="1259839"/>
                  </a:lnTo>
                  <a:lnTo>
                    <a:pt x="279400" y="1264920"/>
                  </a:lnTo>
                  <a:lnTo>
                    <a:pt x="276860" y="1267460"/>
                  </a:lnTo>
                  <a:lnTo>
                    <a:pt x="275589" y="1270000"/>
                  </a:lnTo>
                  <a:lnTo>
                    <a:pt x="273050" y="1271270"/>
                  </a:lnTo>
                  <a:lnTo>
                    <a:pt x="271780" y="1272539"/>
                  </a:lnTo>
                  <a:lnTo>
                    <a:pt x="266700" y="1275080"/>
                  </a:lnTo>
                  <a:lnTo>
                    <a:pt x="264160" y="1275080"/>
                  </a:lnTo>
                  <a:lnTo>
                    <a:pt x="261620" y="1276350"/>
                  </a:lnTo>
                  <a:lnTo>
                    <a:pt x="501500" y="1276350"/>
                  </a:lnTo>
                  <a:lnTo>
                    <a:pt x="509270" y="1221739"/>
                  </a:lnTo>
                  <a:lnTo>
                    <a:pt x="514350" y="1145539"/>
                  </a:lnTo>
                  <a:lnTo>
                    <a:pt x="515620" y="1074420"/>
                  </a:lnTo>
                  <a:lnTo>
                    <a:pt x="518160" y="886460"/>
                  </a:lnTo>
                  <a:lnTo>
                    <a:pt x="518160" y="636270"/>
                  </a:lnTo>
                  <a:lnTo>
                    <a:pt x="515620" y="444500"/>
                  </a:lnTo>
                  <a:lnTo>
                    <a:pt x="514350" y="374650"/>
                  </a:lnTo>
                  <a:lnTo>
                    <a:pt x="511810" y="320039"/>
                  </a:lnTo>
                  <a:lnTo>
                    <a:pt x="509270" y="298450"/>
                  </a:lnTo>
                  <a:lnTo>
                    <a:pt x="506730" y="275589"/>
                  </a:lnTo>
                  <a:lnTo>
                    <a:pt x="502920" y="254000"/>
                  </a:lnTo>
                  <a:lnTo>
                    <a:pt x="501332" y="24765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5107940" y="3782059"/>
              <a:ext cx="203200" cy="636270"/>
            </a:xfrm>
            <a:custGeom>
              <a:avLst/>
              <a:gdLst/>
              <a:ahLst/>
              <a:cxnLst/>
              <a:rect l="l" t="t" r="r" b="b"/>
              <a:pathLst>
                <a:path w="203200" h="636270">
                  <a:moveTo>
                    <a:pt x="203200" y="0"/>
                  </a:moveTo>
                  <a:lnTo>
                    <a:pt x="184150" y="0"/>
                  </a:lnTo>
                  <a:lnTo>
                    <a:pt x="182880" y="187960"/>
                  </a:lnTo>
                  <a:lnTo>
                    <a:pt x="181610" y="259080"/>
                  </a:lnTo>
                  <a:lnTo>
                    <a:pt x="177800" y="312420"/>
                  </a:lnTo>
                  <a:lnTo>
                    <a:pt x="176530" y="334010"/>
                  </a:lnTo>
                  <a:lnTo>
                    <a:pt x="173990" y="355600"/>
                  </a:lnTo>
                  <a:lnTo>
                    <a:pt x="170180" y="377190"/>
                  </a:lnTo>
                  <a:lnTo>
                    <a:pt x="165379" y="397586"/>
                  </a:lnTo>
                  <a:lnTo>
                    <a:pt x="165100" y="397510"/>
                  </a:lnTo>
                  <a:lnTo>
                    <a:pt x="160020" y="417830"/>
                  </a:lnTo>
                  <a:lnTo>
                    <a:pt x="155206" y="438277"/>
                  </a:lnTo>
                  <a:lnTo>
                    <a:pt x="154940" y="438150"/>
                  </a:lnTo>
                  <a:lnTo>
                    <a:pt x="148932" y="457352"/>
                  </a:lnTo>
                  <a:lnTo>
                    <a:pt x="148590" y="457200"/>
                  </a:lnTo>
                  <a:lnTo>
                    <a:pt x="140970" y="476250"/>
                  </a:lnTo>
                  <a:lnTo>
                    <a:pt x="132080" y="495300"/>
                  </a:lnTo>
                  <a:lnTo>
                    <a:pt x="132511" y="495490"/>
                  </a:lnTo>
                  <a:lnTo>
                    <a:pt x="123736" y="510857"/>
                  </a:lnTo>
                  <a:lnTo>
                    <a:pt x="123190" y="510540"/>
                  </a:lnTo>
                  <a:lnTo>
                    <a:pt x="114300" y="527050"/>
                  </a:lnTo>
                  <a:lnTo>
                    <a:pt x="104140" y="541020"/>
                  </a:lnTo>
                  <a:lnTo>
                    <a:pt x="92710" y="554990"/>
                  </a:lnTo>
                  <a:lnTo>
                    <a:pt x="93395" y="555574"/>
                  </a:lnTo>
                  <a:lnTo>
                    <a:pt x="81280" y="567690"/>
                  </a:lnTo>
                  <a:lnTo>
                    <a:pt x="70421" y="578548"/>
                  </a:lnTo>
                  <a:lnTo>
                    <a:pt x="69850" y="577850"/>
                  </a:lnTo>
                  <a:lnTo>
                    <a:pt x="57670" y="588810"/>
                  </a:lnTo>
                  <a:lnTo>
                    <a:pt x="57150" y="588010"/>
                  </a:lnTo>
                  <a:lnTo>
                    <a:pt x="43688" y="597801"/>
                  </a:lnTo>
                  <a:lnTo>
                    <a:pt x="43180" y="596900"/>
                  </a:lnTo>
                  <a:lnTo>
                    <a:pt x="29210" y="605790"/>
                  </a:lnTo>
                  <a:lnTo>
                    <a:pt x="29451" y="606221"/>
                  </a:lnTo>
                  <a:lnTo>
                    <a:pt x="15240" y="612140"/>
                  </a:lnTo>
                  <a:lnTo>
                    <a:pt x="0" y="618490"/>
                  </a:lnTo>
                  <a:lnTo>
                    <a:pt x="3810" y="627380"/>
                  </a:lnTo>
                  <a:lnTo>
                    <a:pt x="6350" y="636270"/>
                  </a:lnTo>
                  <a:lnTo>
                    <a:pt x="22860" y="629920"/>
                  </a:lnTo>
                  <a:lnTo>
                    <a:pt x="38100" y="622300"/>
                  </a:lnTo>
                  <a:lnTo>
                    <a:pt x="39370" y="622300"/>
                  </a:lnTo>
                  <a:lnTo>
                    <a:pt x="53340" y="613410"/>
                  </a:lnTo>
                  <a:lnTo>
                    <a:pt x="54610" y="613410"/>
                  </a:lnTo>
                  <a:lnTo>
                    <a:pt x="68580" y="604520"/>
                  </a:lnTo>
                  <a:lnTo>
                    <a:pt x="68580" y="603250"/>
                  </a:lnTo>
                  <a:lnTo>
                    <a:pt x="62230" y="595630"/>
                  </a:lnTo>
                  <a:lnTo>
                    <a:pt x="61722" y="594868"/>
                  </a:lnTo>
                  <a:lnTo>
                    <a:pt x="68580" y="603250"/>
                  </a:lnTo>
                  <a:lnTo>
                    <a:pt x="81280" y="593090"/>
                  </a:lnTo>
                  <a:lnTo>
                    <a:pt x="82550" y="593090"/>
                  </a:lnTo>
                  <a:lnTo>
                    <a:pt x="95250" y="581660"/>
                  </a:lnTo>
                  <a:lnTo>
                    <a:pt x="95250" y="580390"/>
                  </a:lnTo>
                  <a:lnTo>
                    <a:pt x="107950" y="567690"/>
                  </a:lnTo>
                  <a:lnTo>
                    <a:pt x="119380" y="552450"/>
                  </a:lnTo>
                  <a:lnTo>
                    <a:pt x="129540" y="537210"/>
                  </a:lnTo>
                  <a:lnTo>
                    <a:pt x="130810" y="537210"/>
                  </a:lnTo>
                  <a:lnTo>
                    <a:pt x="139700" y="520700"/>
                  </a:lnTo>
                  <a:lnTo>
                    <a:pt x="149860" y="502920"/>
                  </a:lnTo>
                  <a:lnTo>
                    <a:pt x="158750" y="483870"/>
                  </a:lnTo>
                  <a:lnTo>
                    <a:pt x="172720" y="444500"/>
                  </a:lnTo>
                  <a:lnTo>
                    <a:pt x="184150" y="402590"/>
                  </a:lnTo>
                  <a:lnTo>
                    <a:pt x="189230" y="381000"/>
                  </a:lnTo>
                  <a:lnTo>
                    <a:pt x="189230" y="379730"/>
                  </a:lnTo>
                  <a:lnTo>
                    <a:pt x="191770" y="358140"/>
                  </a:lnTo>
                  <a:lnTo>
                    <a:pt x="195580" y="336550"/>
                  </a:lnTo>
                  <a:lnTo>
                    <a:pt x="195580" y="335280"/>
                  </a:lnTo>
                  <a:lnTo>
                    <a:pt x="196850" y="313690"/>
                  </a:lnTo>
                  <a:lnTo>
                    <a:pt x="199390" y="259080"/>
                  </a:lnTo>
                  <a:lnTo>
                    <a:pt x="201930" y="189230"/>
                  </a:lnTo>
                  <a:lnTo>
                    <a:pt x="201930" y="1879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2" name="object 452"/>
          <p:cNvSpPr/>
          <p:nvPr/>
        </p:nvSpPr>
        <p:spPr>
          <a:xfrm>
            <a:off x="4779010" y="4043679"/>
            <a:ext cx="335280" cy="384810"/>
          </a:xfrm>
          <a:custGeom>
            <a:avLst/>
            <a:gdLst/>
            <a:ahLst/>
            <a:cxnLst/>
            <a:rect l="l" t="t" r="r" b="b"/>
            <a:pathLst>
              <a:path w="335279" h="384810">
                <a:moveTo>
                  <a:pt x="335280" y="374650"/>
                </a:moveTo>
                <a:lnTo>
                  <a:pt x="332740" y="365760"/>
                </a:lnTo>
                <a:lnTo>
                  <a:pt x="330200" y="356870"/>
                </a:lnTo>
                <a:lnTo>
                  <a:pt x="313690" y="360680"/>
                </a:lnTo>
                <a:lnTo>
                  <a:pt x="313728" y="360857"/>
                </a:lnTo>
                <a:lnTo>
                  <a:pt x="297180" y="363220"/>
                </a:lnTo>
                <a:lnTo>
                  <a:pt x="297218" y="363397"/>
                </a:lnTo>
                <a:lnTo>
                  <a:pt x="280670" y="365760"/>
                </a:lnTo>
                <a:lnTo>
                  <a:pt x="264160" y="365760"/>
                </a:lnTo>
                <a:lnTo>
                  <a:pt x="262890" y="365760"/>
                </a:lnTo>
                <a:lnTo>
                  <a:pt x="247650" y="365760"/>
                </a:lnTo>
                <a:lnTo>
                  <a:pt x="232410" y="363220"/>
                </a:lnTo>
                <a:lnTo>
                  <a:pt x="217106" y="360870"/>
                </a:lnTo>
                <a:lnTo>
                  <a:pt x="217170" y="360680"/>
                </a:lnTo>
                <a:lnTo>
                  <a:pt x="201815" y="357136"/>
                </a:lnTo>
                <a:lnTo>
                  <a:pt x="201930" y="356870"/>
                </a:lnTo>
                <a:lnTo>
                  <a:pt x="186690" y="351790"/>
                </a:lnTo>
                <a:lnTo>
                  <a:pt x="172720" y="345440"/>
                </a:lnTo>
                <a:lnTo>
                  <a:pt x="158750" y="337820"/>
                </a:lnTo>
                <a:lnTo>
                  <a:pt x="144780" y="328930"/>
                </a:lnTo>
                <a:lnTo>
                  <a:pt x="144678" y="329082"/>
                </a:lnTo>
                <a:lnTo>
                  <a:pt x="132080" y="318770"/>
                </a:lnTo>
                <a:lnTo>
                  <a:pt x="120650" y="308610"/>
                </a:lnTo>
                <a:lnTo>
                  <a:pt x="109220" y="295910"/>
                </a:lnTo>
                <a:lnTo>
                  <a:pt x="97790" y="283210"/>
                </a:lnTo>
                <a:lnTo>
                  <a:pt x="87630" y="269240"/>
                </a:lnTo>
                <a:lnTo>
                  <a:pt x="78346" y="254177"/>
                </a:lnTo>
                <a:lnTo>
                  <a:pt x="78740" y="254000"/>
                </a:lnTo>
                <a:lnTo>
                  <a:pt x="68580" y="236220"/>
                </a:lnTo>
                <a:lnTo>
                  <a:pt x="68110" y="236499"/>
                </a:lnTo>
                <a:lnTo>
                  <a:pt x="59690" y="218440"/>
                </a:lnTo>
                <a:lnTo>
                  <a:pt x="52070" y="199390"/>
                </a:lnTo>
                <a:lnTo>
                  <a:pt x="51714" y="199542"/>
                </a:lnTo>
                <a:lnTo>
                  <a:pt x="45720" y="180340"/>
                </a:lnTo>
                <a:lnTo>
                  <a:pt x="39370" y="160020"/>
                </a:lnTo>
                <a:lnTo>
                  <a:pt x="34290" y="139700"/>
                </a:lnTo>
                <a:lnTo>
                  <a:pt x="30480" y="119380"/>
                </a:lnTo>
                <a:lnTo>
                  <a:pt x="26670" y="97790"/>
                </a:lnTo>
                <a:lnTo>
                  <a:pt x="22860" y="76200"/>
                </a:lnTo>
                <a:lnTo>
                  <a:pt x="21590" y="53340"/>
                </a:lnTo>
                <a:lnTo>
                  <a:pt x="17780" y="0"/>
                </a:lnTo>
                <a:lnTo>
                  <a:pt x="8890" y="1270"/>
                </a:lnTo>
                <a:lnTo>
                  <a:pt x="0" y="1270"/>
                </a:lnTo>
                <a:lnTo>
                  <a:pt x="2540" y="55880"/>
                </a:lnTo>
                <a:lnTo>
                  <a:pt x="11430" y="54610"/>
                </a:lnTo>
                <a:lnTo>
                  <a:pt x="12065" y="54610"/>
                </a:lnTo>
                <a:lnTo>
                  <a:pt x="2540" y="55880"/>
                </a:lnTo>
                <a:lnTo>
                  <a:pt x="5080" y="78740"/>
                </a:lnTo>
                <a:lnTo>
                  <a:pt x="7620" y="100330"/>
                </a:lnTo>
                <a:lnTo>
                  <a:pt x="11430" y="123190"/>
                </a:lnTo>
                <a:lnTo>
                  <a:pt x="15240" y="144780"/>
                </a:lnTo>
                <a:lnTo>
                  <a:pt x="21590" y="165100"/>
                </a:lnTo>
                <a:lnTo>
                  <a:pt x="21590" y="166370"/>
                </a:lnTo>
                <a:lnTo>
                  <a:pt x="27940" y="185420"/>
                </a:lnTo>
                <a:lnTo>
                  <a:pt x="34290" y="205740"/>
                </a:lnTo>
                <a:lnTo>
                  <a:pt x="34290" y="207010"/>
                </a:lnTo>
                <a:lnTo>
                  <a:pt x="43180" y="226060"/>
                </a:lnTo>
                <a:lnTo>
                  <a:pt x="52070" y="245110"/>
                </a:lnTo>
                <a:lnTo>
                  <a:pt x="60960" y="262890"/>
                </a:lnTo>
                <a:lnTo>
                  <a:pt x="62230" y="262890"/>
                </a:lnTo>
                <a:lnTo>
                  <a:pt x="72390" y="279400"/>
                </a:lnTo>
                <a:lnTo>
                  <a:pt x="82550" y="294640"/>
                </a:lnTo>
                <a:lnTo>
                  <a:pt x="95250" y="308610"/>
                </a:lnTo>
                <a:lnTo>
                  <a:pt x="106680" y="322580"/>
                </a:lnTo>
                <a:lnTo>
                  <a:pt x="107950" y="322580"/>
                </a:lnTo>
                <a:lnTo>
                  <a:pt x="120650" y="334010"/>
                </a:lnTo>
                <a:lnTo>
                  <a:pt x="134620" y="344170"/>
                </a:lnTo>
                <a:lnTo>
                  <a:pt x="134620" y="345440"/>
                </a:lnTo>
                <a:lnTo>
                  <a:pt x="148590" y="354330"/>
                </a:lnTo>
                <a:lnTo>
                  <a:pt x="149860" y="354330"/>
                </a:lnTo>
                <a:lnTo>
                  <a:pt x="163830" y="361950"/>
                </a:lnTo>
                <a:lnTo>
                  <a:pt x="163830" y="363220"/>
                </a:lnTo>
                <a:lnTo>
                  <a:pt x="165100" y="363220"/>
                </a:lnTo>
                <a:lnTo>
                  <a:pt x="179070" y="369570"/>
                </a:lnTo>
                <a:lnTo>
                  <a:pt x="180340" y="369570"/>
                </a:lnTo>
                <a:lnTo>
                  <a:pt x="195580" y="374650"/>
                </a:lnTo>
                <a:lnTo>
                  <a:pt x="212090" y="379730"/>
                </a:lnTo>
                <a:lnTo>
                  <a:pt x="228600" y="382270"/>
                </a:lnTo>
                <a:lnTo>
                  <a:pt x="229870" y="382270"/>
                </a:lnTo>
                <a:lnTo>
                  <a:pt x="246380" y="384810"/>
                </a:lnTo>
                <a:lnTo>
                  <a:pt x="262890" y="384810"/>
                </a:lnTo>
                <a:lnTo>
                  <a:pt x="264160" y="384810"/>
                </a:lnTo>
                <a:lnTo>
                  <a:pt x="281940" y="384810"/>
                </a:lnTo>
                <a:lnTo>
                  <a:pt x="283210" y="384810"/>
                </a:lnTo>
                <a:lnTo>
                  <a:pt x="299720" y="382270"/>
                </a:lnTo>
                <a:lnTo>
                  <a:pt x="300990" y="382270"/>
                </a:lnTo>
                <a:lnTo>
                  <a:pt x="318770" y="379730"/>
                </a:lnTo>
                <a:lnTo>
                  <a:pt x="335280" y="374650"/>
                </a:lnTo>
                <a:close/>
              </a:path>
            </a:pathLst>
          </a:custGeom>
          <a:solidFill>
            <a:srgbClr val="98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6149975" y="2886075"/>
            <a:ext cx="1676398" cy="155574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4" name="object 454"/>
          <p:cNvGrpSpPr/>
          <p:nvPr/>
        </p:nvGrpSpPr>
        <p:grpSpPr>
          <a:xfrm>
            <a:off x="4775200" y="2885439"/>
            <a:ext cx="535940" cy="1295400"/>
            <a:chOff x="4775200" y="2885439"/>
            <a:chExt cx="535940" cy="1295400"/>
          </a:xfrm>
        </p:grpSpPr>
        <p:sp>
          <p:nvSpPr>
            <p:cNvPr id="455" name="object 455"/>
            <p:cNvSpPr/>
            <p:nvPr/>
          </p:nvSpPr>
          <p:spPr>
            <a:xfrm>
              <a:off x="4775200" y="2885439"/>
              <a:ext cx="397510" cy="1159510"/>
            </a:xfrm>
            <a:custGeom>
              <a:avLst/>
              <a:gdLst/>
              <a:ahLst/>
              <a:cxnLst/>
              <a:rect l="l" t="t" r="r" b="b"/>
              <a:pathLst>
                <a:path w="397510" h="1159510">
                  <a:moveTo>
                    <a:pt x="26670" y="313690"/>
                  </a:moveTo>
                  <a:lnTo>
                    <a:pt x="16510" y="312420"/>
                  </a:lnTo>
                  <a:lnTo>
                    <a:pt x="7620" y="311150"/>
                  </a:lnTo>
                  <a:lnTo>
                    <a:pt x="7620" y="312420"/>
                  </a:lnTo>
                  <a:lnTo>
                    <a:pt x="6350" y="334010"/>
                  </a:lnTo>
                  <a:lnTo>
                    <a:pt x="3810" y="388620"/>
                  </a:lnTo>
                  <a:lnTo>
                    <a:pt x="0" y="388620"/>
                  </a:lnTo>
                  <a:lnTo>
                    <a:pt x="0" y="646442"/>
                  </a:lnTo>
                  <a:lnTo>
                    <a:pt x="0" y="896620"/>
                  </a:lnTo>
                  <a:lnTo>
                    <a:pt x="0" y="1159510"/>
                  </a:lnTo>
                  <a:lnTo>
                    <a:pt x="21577" y="1159510"/>
                  </a:lnTo>
                  <a:lnTo>
                    <a:pt x="21577" y="388620"/>
                  </a:lnTo>
                  <a:lnTo>
                    <a:pt x="24130" y="335280"/>
                  </a:lnTo>
                  <a:lnTo>
                    <a:pt x="26670" y="313690"/>
                  </a:lnTo>
                  <a:close/>
                </a:path>
                <a:path w="397510" h="1159510">
                  <a:moveTo>
                    <a:pt x="397510" y="39370"/>
                  </a:moveTo>
                  <a:lnTo>
                    <a:pt x="383540" y="31750"/>
                  </a:lnTo>
                  <a:lnTo>
                    <a:pt x="382270" y="31750"/>
                  </a:lnTo>
                  <a:lnTo>
                    <a:pt x="368300" y="22860"/>
                  </a:lnTo>
                  <a:lnTo>
                    <a:pt x="353060" y="16510"/>
                  </a:lnTo>
                  <a:lnTo>
                    <a:pt x="351790" y="15240"/>
                  </a:lnTo>
                  <a:lnTo>
                    <a:pt x="336550" y="10160"/>
                  </a:lnTo>
                  <a:lnTo>
                    <a:pt x="320040" y="6350"/>
                  </a:lnTo>
                  <a:lnTo>
                    <a:pt x="303530" y="2540"/>
                  </a:lnTo>
                  <a:lnTo>
                    <a:pt x="302260" y="2540"/>
                  </a:lnTo>
                  <a:lnTo>
                    <a:pt x="285750" y="1270"/>
                  </a:lnTo>
                  <a:lnTo>
                    <a:pt x="267970" y="1270"/>
                  </a:lnTo>
                  <a:lnTo>
                    <a:pt x="267970" y="0"/>
                  </a:lnTo>
                  <a:lnTo>
                    <a:pt x="266700" y="1270"/>
                  </a:lnTo>
                  <a:lnTo>
                    <a:pt x="250190" y="1270"/>
                  </a:lnTo>
                  <a:lnTo>
                    <a:pt x="248920" y="1270"/>
                  </a:lnTo>
                  <a:lnTo>
                    <a:pt x="250190" y="10160"/>
                  </a:lnTo>
                  <a:lnTo>
                    <a:pt x="250190" y="10795"/>
                  </a:lnTo>
                  <a:lnTo>
                    <a:pt x="248920" y="1270"/>
                  </a:lnTo>
                  <a:lnTo>
                    <a:pt x="231140" y="2540"/>
                  </a:lnTo>
                  <a:lnTo>
                    <a:pt x="232562" y="13258"/>
                  </a:lnTo>
                  <a:lnTo>
                    <a:pt x="232410" y="12700"/>
                  </a:lnTo>
                  <a:lnTo>
                    <a:pt x="231140" y="2540"/>
                  </a:lnTo>
                  <a:lnTo>
                    <a:pt x="214630" y="6350"/>
                  </a:lnTo>
                  <a:lnTo>
                    <a:pt x="213360" y="6350"/>
                  </a:lnTo>
                  <a:lnTo>
                    <a:pt x="196850" y="11430"/>
                  </a:lnTo>
                  <a:lnTo>
                    <a:pt x="180340" y="16510"/>
                  </a:lnTo>
                  <a:lnTo>
                    <a:pt x="180340" y="17780"/>
                  </a:lnTo>
                  <a:lnTo>
                    <a:pt x="165100" y="24130"/>
                  </a:lnTo>
                  <a:lnTo>
                    <a:pt x="163830" y="24130"/>
                  </a:lnTo>
                  <a:lnTo>
                    <a:pt x="149860" y="33020"/>
                  </a:lnTo>
                  <a:lnTo>
                    <a:pt x="134620" y="43180"/>
                  </a:lnTo>
                  <a:lnTo>
                    <a:pt x="120650" y="53340"/>
                  </a:lnTo>
                  <a:lnTo>
                    <a:pt x="120650" y="54610"/>
                  </a:lnTo>
                  <a:lnTo>
                    <a:pt x="107950" y="66040"/>
                  </a:lnTo>
                  <a:lnTo>
                    <a:pt x="95250" y="80010"/>
                  </a:lnTo>
                  <a:lnTo>
                    <a:pt x="83820" y="93980"/>
                  </a:lnTo>
                  <a:lnTo>
                    <a:pt x="83820" y="95250"/>
                  </a:lnTo>
                  <a:lnTo>
                    <a:pt x="72390" y="109220"/>
                  </a:lnTo>
                  <a:lnTo>
                    <a:pt x="62230" y="125730"/>
                  </a:lnTo>
                  <a:lnTo>
                    <a:pt x="53340" y="143510"/>
                  </a:lnTo>
                  <a:lnTo>
                    <a:pt x="53340" y="144780"/>
                  </a:lnTo>
                  <a:lnTo>
                    <a:pt x="44450" y="162560"/>
                  </a:lnTo>
                  <a:lnTo>
                    <a:pt x="44450" y="163830"/>
                  </a:lnTo>
                  <a:lnTo>
                    <a:pt x="36830" y="182880"/>
                  </a:lnTo>
                  <a:lnTo>
                    <a:pt x="30480" y="203200"/>
                  </a:lnTo>
                  <a:lnTo>
                    <a:pt x="24130" y="223520"/>
                  </a:lnTo>
                  <a:lnTo>
                    <a:pt x="19050" y="245110"/>
                  </a:lnTo>
                  <a:lnTo>
                    <a:pt x="13970" y="265430"/>
                  </a:lnTo>
                  <a:lnTo>
                    <a:pt x="13970" y="266700"/>
                  </a:lnTo>
                  <a:lnTo>
                    <a:pt x="24130" y="267970"/>
                  </a:lnTo>
                  <a:lnTo>
                    <a:pt x="24676" y="268135"/>
                  </a:lnTo>
                  <a:lnTo>
                    <a:pt x="13970" y="266700"/>
                  </a:lnTo>
                  <a:lnTo>
                    <a:pt x="10160" y="289560"/>
                  </a:lnTo>
                  <a:lnTo>
                    <a:pt x="7620" y="311150"/>
                  </a:lnTo>
                  <a:lnTo>
                    <a:pt x="26670" y="313690"/>
                  </a:lnTo>
                  <a:lnTo>
                    <a:pt x="29210" y="292100"/>
                  </a:lnTo>
                  <a:lnTo>
                    <a:pt x="32816" y="270459"/>
                  </a:lnTo>
                  <a:lnTo>
                    <a:pt x="33020" y="270510"/>
                  </a:lnTo>
                  <a:lnTo>
                    <a:pt x="38100" y="248920"/>
                  </a:lnTo>
                  <a:lnTo>
                    <a:pt x="43180" y="228600"/>
                  </a:lnTo>
                  <a:lnTo>
                    <a:pt x="41998" y="228307"/>
                  </a:lnTo>
                  <a:lnTo>
                    <a:pt x="47904" y="209410"/>
                  </a:lnTo>
                  <a:lnTo>
                    <a:pt x="48260" y="209550"/>
                  </a:lnTo>
                  <a:lnTo>
                    <a:pt x="54610" y="189230"/>
                  </a:lnTo>
                  <a:lnTo>
                    <a:pt x="61810" y="171221"/>
                  </a:lnTo>
                  <a:lnTo>
                    <a:pt x="62230" y="171450"/>
                  </a:lnTo>
                  <a:lnTo>
                    <a:pt x="69850" y="152400"/>
                  </a:lnTo>
                  <a:lnTo>
                    <a:pt x="80010" y="135890"/>
                  </a:lnTo>
                  <a:lnTo>
                    <a:pt x="88417" y="120269"/>
                  </a:lnTo>
                  <a:lnTo>
                    <a:pt x="88900" y="120650"/>
                  </a:lnTo>
                  <a:lnTo>
                    <a:pt x="99060" y="105410"/>
                  </a:lnTo>
                  <a:lnTo>
                    <a:pt x="110490" y="91440"/>
                  </a:lnTo>
                  <a:lnTo>
                    <a:pt x="121920" y="80010"/>
                  </a:lnTo>
                  <a:lnTo>
                    <a:pt x="121259" y="79463"/>
                  </a:lnTo>
                  <a:lnTo>
                    <a:pt x="133350" y="68580"/>
                  </a:lnTo>
                  <a:lnTo>
                    <a:pt x="132867" y="68008"/>
                  </a:lnTo>
                  <a:lnTo>
                    <a:pt x="146050" y="58420"/>
                  </a:lnTo>
                  <a:lnTo>
                    <a:pt x="145630" y="57924"/>
                  </a:lnTo>
                  <a:lnTo>
                    <a:pt x="160020" y="49530"/>
                  </a:lnTo>
                  <a:lnTo>
                    <a:pt x="172554" y="41554"/>
                  </a:lnTo>
                  <a:lnTo>
                    <a:pt x="172720" y="41910"/>
                  </a:lnTo>
                  <a:lnTo>
                    <a:pt x="187960" y="34290"/>
                  </a:lnTo>
                  <a:lnTo>
                    <a:pt x="187807" y="33947"/>
                  </a:lnTo>
                  <a:lnTo>
                    <a:pt x="203200" y="29210"/>
                  </a:lnTo>
                  <a:lnTo>
                    <a:pt x="217055" y="24599"/>
                  </a:lnTo>
                  <a:lnTo>
                    <a:pt x="217170" y="25400"/>
                  </a:lnTo>
                  <a:lnTo>
                    <a:pt x="234950" y="21590"/>
                  </a:lnTo>
                  <a:lnTo>
                    <a:pt x="251460" y="20320"/>
                  </a:lnTo>
                  <a:lnTo>
                    <a:pt x="267335" y="19100"/>
                  </a:lnTo>
                  <a:lnTo>
                    <a:pt x="284480" y="20320"/>
                  </a:lnTo>
                  <a:lnTo>
                    <a:pt x="299732" y="21501"/>
                  </a:lnTo>
                  <a:lnTo>
                    <a:pt x="315023" y="25133"/>
                  </a:lnTo>
                  <a:lnTo>
                    <a:pt x="314960" y="25400"/>
                  </a:lnTo>
                  <a:lnTo>
                    <a:pt x="330314" y="28943"/>
                  </a:lnTo>
                  <a:lnTo>
                    <a:pt x="330200" y="29210"/>
                  </a:lnTo>
                  <a:lnTo>
                    <a:pt x="345440" y="34290"/>
                  </a:lnTo>
                  <a:lnTo>
                    <a:pt x="345655" y="33769"/>
                  </a:lnTo>
                  <a:lnTo>
                    <a:pt x="359410" y="40640"/>
                  </a:lnTo>
                  <a:lnTo>
                    <a:pt x="359829" y="39649"/>
                  </a:lnTo>
                  <a:lnTo>
                    <a:pt x="373380" y="48260"/>
                  </a:lnTo>
                  <a:lnTo>
                    <a:pt x="387350" y="55880"/>
                  </a:lnTo>
                  <a:lnTo>
                    <a:pt x="392430" y="48260"/>
                  </a:lnTo>
                  <a:lnTo>
                    <a:pt x="397510" y="3937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5050790" y="2917189"/>
              <a:ext cx="260350" cy="864869"/>
            </a:xfrm>
            <a:custGeom>
              <a:avLst/>
              <a:gdLst/>
              <a:ahLst/>
              <a:cxnLst/>
              <a:rect l="l" t="t" r="r" b="b"/>
              <a:pathLst>
                <a:path w="260350" h="864870">
                  <a:moveTo>
                    <a:pt x="35560" y="300990"/>
                  </a:moveTo>
                  <a:lnTo>
                    <a:pt x="34290" y="285750"/>
                  </a:lnTo>
                  <a:lnTo>
                    <a:pt x="34290" y="284480"/>
                  </a:lnTo>
                  <a:lnTo>
                    <a:pt x="25400" y="285750"/>
                  </a:lnTo>
                  <a:lnTo>
                    <a:pt x="24765" y="285750"/>
                  </a:lnTo>
                  <a:lnTo>
                    <a:pt x="34290" y="284480"/>
                  </a:lnTo>
                  <a:lnTo>
                    <a:pt x="33020" y="271780"/>
                  </a:lnTo>
                  <a:lnTo>
                    <a:pt x="31750" y="261620"/>
                  </a:lnTo>
                  <a:lnTo>
                    <a:pt x="31750" y="260350"/>
                  </a:lnTo>
                  <a:lnTo>
                    <a:pt x="30480" y="255270"/>
                  </a:lnTo>
                  <a:lnTo>
                    <a:pt x="30480" y="252730"/>
                  </a:lnTo>
                  <a:lnTo>
                    <a:pt x="29210" y="248920"/>
                  </a:lnTo>
                  <a:lnTo>
                    <a:pt x="29210" y="247650"/>
                  </a:lnTo>
                  <a:lnTo>
                    <a:pt x="27940" y="245110"/>
                  </a:lnTo>
                  <a:lnTo>
                    <a:pt x="26670" y="241300"/>
                  </a:lnTo>
                  <a:lnTo>
                    <a:pt x="26670" y="240030"/>
                  </a:lnTo>
                  <a:lnTo>
                    <a:pt x="25400" y="237490"/>
                  </a:lnTo>
                  <a:lnTo>
                    <a:pt x="22860" y="234950"/>
                  </a:lnTo>
                  <a:lnTo>
                    <a:pt x="21590" y="232410"/>
                  </a:lnTo>
                  <a:lnTo>
                    <a:pt x="20320" y="229870"/>
                  </a:lnTo>
                  <a:lnTo>
                    <a:pt x="20320" y="228600"/>
                  </a:lnTo>
                  <a:lnTo>
                    <a:pt x="19050" y="227330"/>
                  </a:lnTo>
                  <a:lnTo>
                    <a:pt x="17780" y="226060"/>
                  </a:lnTo>
                  <a:lnTo>
                    <a:pt x="16510" y="226060"/>
                  </a:lnTo>
                  <a:lnTo>
                    <a:pt x="16510" y="224790"/>
                  </a:lnTo>
                  <a:lnTo>
                    <a:pt x="15240" y="223520"/>
                  </a:lnTo>
                  <a:lnTo>
                    <a:pt x="14833" y="224002"/>
                  </a:lnTo>
                  <a:lnTo>
                    <a:pt x="13970" y="222250"/>
                  </a:lnTo>
                  <a:lnTo>
                    <a:pt x="12700" y="222250"/>
                  </a:lnTo>
                  <a:lnTo>
                    <a:pt x="11430" y="220980"/>
                  </a:lnTo>
                  <a:lnTo>
                    <a:pt x="10160" y="219710"/>
                  </a:lnTo>
                  <a:lnTo>
                    <a:pt x="7620" y="219710"/>
                  </a:lnTo>
                  <a:lnTo>
                    <a:pt x="5080" y="228600"/>
                  </a:lnTo>
                  <a:lnTo>
                    <a:pt x="0" y="236220"/>
                  </a:lnTo>
                  <a:lnTo>
                    <a:pt x="1270" y="238760"/>
                  </a:lnTo>
                  <a:lnTo>
                    <a:pt x="2540" y="238760"/>
                  </a:lnTo>
                  <a:lnTo>
                    <a:pt x="3810" y="240030"/>
                  </a:lnTo>
                  <a:lnTo>
                    <a:pt x="4191" y="239560"/>
                  </a:lnTo>
                  <a:lnTo>
                    <a:pt x="3810" y="240030"/>
                  </a:lnTo>
                  <a:lnTo>
                    <a:pt x="5080" y="241300"/>
                  </a:lnTo>
                  <a:lnTo>
                    <a:pt x="6350" y="243840"/>
                  </a:lnTo>
                  <a:lnTo>
                    <a:pt x="8509" y="245999"/>
                  </a:lnTo>
                  <a:lnTo>
                    <a:pt x="7620" y="246380"/>
                  </a:lnTo>
                  <a:lnTo>
                    <a:pt x="8890" y="248920"/>
                  </a:lnTo>
                  <a:lnTo>
                    <a:pt x="9372" y="248640"/>
                  </a:lnTo>
                  <a:lnTo>
                    <a:pt x="10160" y="250190"/>
                  </a:lnTo>
                  <a:lnTo>
                    <a:pt x="10934" y="252539"/>
                  </a:lnTo>
                  <a:lnTo>
                    <a:pt x="10160" y="252730"/>
                  </a:lnTo>
                  <a:lnTo>
                    <a:pt x="11430" y="256540"/>
                  </a:lnTo>
                  <a:lnTo>
                    <a:pt x="11430" y="260350"/>
                  </a:lnTo>
                  <a:lnTo>
                    <a:pt x="12700" y="264160"/>
                  </a:lnTo>
                  <a:lnTo>
                    <a:pt x="12827" y="264147"/>
                  </a:lnTo>
                  <a:lnTo>
                    <a:pt x="13970" y="274320"/>
                  </a:lnTo>
                  <a:lnTo>
                    <a:pt x="15240" y="287020"/>
                  </a:lnTo>
                  <a:lnTo>
                    <a:pt x="16510" y="300990"/>
                  </a:lnTo>
                  <a:lnTo>
                    <a:pt x="35560" y="300990"/>
                  </a:lnTo>
                  <a:close/>
                </a:path>
                <a:path w="260350" h="864870">
                  <a:moveTo>
                    <a:pt x="260350" y="351790"/>
                  </a:moveTo>
                  <a:lnTo>
                    <a:pt x="256540" y="351790"/>
                  </a:lnTo>
                  <a:lnTo>
                    <a:pt x="254000" y="298450"/>
                  </a:lnTo>
                  <a:lnTo>
                    <a:pt x="254000" y="297180"/>
                  </a:lnTo>
                  <a:lnTo>
                    <a:pt x="245110" y="298450"/>
                  </a:lnTo>
                  <a:lnTo>
                    <a:pt x="244475" y="298450"/>
                  </a:lnTo>
                  <a:lnTo>
                    <a:pt x="254000" y="297180"/>
                  </a:lnTo>
                  <a:lnTo>
                    <a:pt x="251460" y="275590"/>
                  </a:lnTo>
                  <a:lnTo>
                    <a:pt x="248920" y="252730"/>
                  </a:lnTo>
                  <a:lnTo>
                    <a:pt x="245110" y="231140"/>
                  </a:lnTo>
                  <a:lnTo>
                    <a:pt x="240030" y="209550"/>
                  </a:lnTo>
                  <a:lnTo>
                    <a:pt x="234950" y="189230"/>
                  </a:lnTo>
                  <a:lnTo>
                    <a:pt x="234950" y="187960"/>
                  </a:lnTo>
                  <a:lnTo>
                    <a:pt x="228600" y="167640"/>
                  </a:lnTo>
                  <a:lnTo>
                    <a:pt x="222250" y="147320"/>
                  </a:lnTo>
                  <a:lnTo>
                    <a:pt x="220980" y="147320"/>
                  </a:lnTo>
                  <a:lnTo>
                    <a:pt x="213360" y="128270"/>
                  </a:lnTo>
                  <a:lnTo>
                    <a:pt x="204470" y="109220"/>
                  </a:lnTo>
                  <a:lnTo>
                    <a:pt x="194310" y="91440"/>
                  </a:lnTo>
                  <a:lnTo>
                    <a:pt x="185420" y="74930"/>
                  </a:lnTo>
                  <a:lnTo>
                    <a:pt x="184150" y="73660"/>
                  </a:lnTo>
                  <a:lnTo>
                    <a:pt x="173990" y="58420"/>
                  </a:lnTo>
                  <a:lnTo>
                    <a:pt x="172720" y="58420"/>
                  </a:lnTo>
                  <a:lnTo>
                    <a:pt x="161290" y="44450"/>
                  </a:lnTo>
                  <a:lnTo>
                    <a:pt x="149860" y="31750"/>
                  </a:lnTo>
                  <a:lnTo>
                    <a:pt x="148590" y="30480"/>
                  </a:lnTo>
                  <a:lnTo>
                    <a:pt x="135890" y="20320"/>
                  </a:lnTo>
                  <a:lnTo>
                    <a:pt x="135890" y="19050"/>
                  </a:lnTo>
                  <a:lnTo>
                    <a:pt x="121920" y="8890"/>
                  </a:lnTo>
                  <a:lnTo>
                    <a:pt x="121920" y="7620"/>
                  </a:lnTo>
                  <a:lnTo>
                    <a:pt x="107950" y="0"/>
                  </a:lnTo>
                  <a:lnTo>
                    <a:pt x="102870" y="7620"/>
                  </a:lnTo>
                  <a:lnTo>
                    <a:pt x="97790" y="16510"/>
                  </a:lnTo>
                  <a:lnTo>
                    <a:pt x="110883" y="23660"/>
                  </a:lnTo>
                  <a:lnTo>
                    <a:pt x="110490" y="24130"/>
                  </a:lnTo>
                  <a:lnTo>
                    <a:pt x="123659" y="33718"/>
                  </a:lnTo>
                  <a:lnTo>
                    <a:pt x="123190" y="34290"/>
                  </a:lnTo>
                  <a:lnTo>
                    <a:pt x="135890" y="45720"/>
                  </a:lnTo>
                  <a:lnTo>
                    <a:pt x="136436" y="45072"/>
                  </a:lnTo>
                  <a:lnTo>
                    <a:pt x="147320" y="57150"/>
                  </a:lnTo>
                  <a:lnTo>
                    <a:pt x="158750" y="71120"/>
                  </a:lnTo>
                  <a:lnTo>
                    <a:pt x="159283" y="70675"/>
                  </a:lnTo>
                  <a:lnTo>
                    <a:pt x="168910" y="85090"/>
                  </a:lnTo>
                  <a:lnTo>
                    <a:pt x="169405" y="84759"/>
                  </a:lnTo>
                  <a:lnTo>
                    <a:pt x="177800" y="100330"/>
                  </a:lnTo>
                  <a:lnTo>
                    <a:pt x="187960" y="118110"/>
                  </a:lnTo>
                  <a:lnTo>
                    <a:pt x="188353" y="117843"/>
                  </a:lnTo>
                  <a:lnTo>
                    <a:pt x="195580" y="135890"/>
                  </a:lnTo>
                  <a:lnTo>
                    <a:pt x="204279" y="154546"/>
                  </a:lnTo>
                  <a:lnTo>
                    <a:pt x="203200" y="154940"/>
                  </a:lnTo>
                  <a:lnTo>
                    <a:pt x="210820" y="173990"/>
                  </a:lnTo>
                  <a:lnTo>
                    <a:pt x="217068" y="194017"/>
                  </a:lnTo>
                  <a:lnTo>
                    <a:pt x="215900" y="194310"/>
                  </a:lnTo>
                  <a:lnTo>
                    <a:pt x="222250" y="214630"/>
                  </a:lnTo>
                  <a:lnTo>
                    <a:pt x="222453" y="214579"/>
                  </a:lnTo>
                  <a:lnTo>
                    <a:pt x="226060" y="234950"/>
                  </a:lnTo>
                  <a:lnTo>
                    <a:pt x="229870" y="256540"/>
                  </a:lnTo>
                  <a:lnTo>
                    <a:pt x="230073" y="256489"/>
                  </a:lnTo>
                  <a:lnTo>
                    <a:pt x="233680" y="278130"/>
                  </a:lnTo>
                  <a:lnTo>
                    <a:pt x="234950" y="299720"/>
                  </a:lnTo>
                  <a:lnTo>
                    <a:pt x="237490" y="353060"/>
                  </a:lnTo>
                  <a:lnTo>
                    <a:pt x="237490" y="614692"/>
                  </a:lnTo>
                  <a:lnTo>
                    <a:pt x="241300" y="614692"/>
                  </a:lnTo>
                  <a:lnTo>
                    <a:pt x="241300" y="864870"/>
                  </a:lnTo>
                  <a:lnTo>
                    <a:pt x="251460" y="864870"/>
                  </a:lnTo>
                  <a:lnTo>
                    <a:pt x="260350" y="864870"/>
                  </a:lnTo>
                  <a:lnTo>
                    <a:pt x="260350" y="614692"/>
                  </a:lnTo>
                  <a:lnTo>
                    <a:pt x="260350" y="35179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4998720" y="3134359"/>
              <a:ext cx="62230" cy="850900"/>
            </a:xfrm>
            <a:custGeom>
              <a:avLst/>
              <a:gdLst/>
              <a:ahLst/>
              <a:cxnLst/>
              <a:rect l="l" t="t" r="r" b="b"/>
              <a:pathLst>
                <a:path w="62229" h="850900">
                  <a:moveTo>
                    <a:pt x="22860" y="62230"/>
                  </a:moveTo>
                  <a:lnTo>
                    <a:pt x="12700" y="60960"/>
                  </a:lnTo>
                  <a:lnTo>
                    <a:pt x="3810" y="59690"/>
                  </a:lnTo>
                  <a:lnTo>
                    <a:pt x="3810" y="60960"/>
                  </a:lnTo>
                  <a:lnTo>
                    <a:pt x="2540" y="76200"/>
                  </a:lnTo>
                  <a:lnTo>
                    <a:pt x="1270" y="93980"/>
                  </a:lnTo>
                  <a:lnTo>
                    <a:pt x="10795" y="95250"/>
                  </a:lnTo>
                  <a:lnTo>
                    <a:pt x="10160" y="95250"/>
                  </a:lnTo>
                  <a:lnTo>
                    <a:pt x="1270" y="93980"/>
                  </a:lnTo>
                  <a:lnTo>
                    <a:pt x="1270" y="95250"/>
                  </a:lnTo>
                  <a:lnTo>
                    <a:pt x="1270" y="116840"/>
                  </a:lnTo>
                  <a:lnTo>
                    <a:pt x="0" y="116840"/>
                  </a:lnTo>
                  <a:lnTo>
                    <a:pt x="0" y="850900"/>
                  </a:lnTo>
                  <a:lnTo>
                    <a:pt x="19050" y="850900"/>
                  </a:lnTo>
                  <a:lnTo>
                    <a:pt x="19050" y="116840"/>
                  </a:lnTo>
                  <a:lnTo>
                    <a:pt x="20243" y="96520"/>
                  </a:lnTo>
                  <a:lnTo>
                    <a:pt x="21590" y="77470"/>
                  </a:lnTo>
                  <a:lnTo>
                    <a:pt x="22860" y="62230"/>
                  </a:lnTo>
                  <a:close/>
                </a:path>
                <a:path w="62229" h="850900">
                  <a:moveTo>
                    <a:pt x="62230" y="2540"/>
                  </a:moveTo>
                  <a:lnTo>
                    <a:pt x="59690" y="2540"/>
                  </a:lnTo>
                  <a:lnTo>
                    <a:pt x="58420" y="1270"/>
                  </a:lnTo>
                  <a:lnTo>
                    <a:pt x="55880" y="1270"/>
                  </a:lnTo>
                  <a:lnTo>
                    <a:pt x="54610" y="0"/>
                  </a:lnTo>
                  <a:lnTo>
                    <a:pt x="53340" y="0"/>
                  </a:lnTo>
                  <a:lnTo>
                    <a:pt x="52070" y="0"/>
                  </a:lnTo>
                  <a:lnTo>
                    <a:pt x="38100" y="0"/>
                  </a:lnTo>
                  <a:lnTo>
                    <a:pt x="39370" y="8890"/>
                  </a:lnTo>
                  <a:lnTo>
                    <a:pt x="39370" y="9525"/>
                  </a:lnTo>
                  <a:lnTo>
                    <a:pt x="38100" y="0"/>
                  </a:lnTo>
                  <a:lnTo>
                    <a:pt x="35560" y="0"/>
                  </a:lnTo>
                  <a:lnTo>
                    <a:pt x="36918" y="10287"/>
                  </a:lnTo>
                  <a:lnTo>
                    <a:pt x="36830" y="10160"/>
                  </a:lnTo>
                  <a:lnTo>
                    <a:pt x="35560" y="0"/>
                  </a:lnTo>
                  <a:lnTo>
                    <a:pt x="30480" y="2540"/>
                  </a:lnTo>
                  <a:lnTo>
                    <a:pt x="29210" y="2540"/>
                  </a:lnTo>
                  <a:lnTo>
                    <a:pt x="26670" y="3810"/>
                  </a:lnTo>
                  <a:lnTo>
                    <a:pt x="25400" y="5080"/>
                  </a:lnTo>
                  <a:lnTo>
                    <a:pt x="25768" y="5537"/>
                  </a:lnTo>
                  <a:lnTo>
                    <a:pt x="24130" y="6350"/>
                  </a:lnTo>
                  <a:lnTo>
                    <a:pt x="22860" y="7620"/>
                  </a:lnTo>
                  <a:lnTo>
                    <a:pt x="21590" y="7620"/>
                  </a:lnTo>
                  <a:lnTo>
                    <a:pt x="20320" y="10160"/>
                  </a:lnTo>
                  <a:lnTo>
                    <a:pt x="19050" y="10160"/>
                  </a:lnTo>
                  <a:lnTo>
                    <a:pt x="19050" y="11430"/>
                  </a:lnTo>
                  <a:lnTo>
                    <a:pt x="17780" y="12700"/>
                  </a:lnTo>
                  <a:lnTo>
                    <a:pt x="17780" y="13970"/>
                  </a:lnTo>
                  <a:lnTo>
                    <a:pt x="16510" y="13970"/>
                  </a:lnTo>
                  <a:lnTo>
                    <a:pt x="15240" y="16510"/>
                  </a:lnTo>
                  <a:lnTo>
                    <a:pt x="15722" y="16802"/>
                  </a:lnTo>
                  <a:lnTo>
                    <a:pt x="15240" y="17780"/>
                  </a:lnTo>
                  <a:lnTo>
                    <a:pt x="13970" y="19050"/>
                  </a:lnTo>
                  <a:lnTo>
                    <a:pt x="13970" y="20320"/>
                  </a:lnTo>
                  <a:lnTo>
                    <a:pt x="13182" y="21882"/>
                  </a:lnTo>
                  <a:lnTo>
                    <a:pt x="12700" y="21590"/>
                  </a:lnTo>
                  <a:lnTo>
                    <a:pt x="11430" y="24130"/>
                  </a:lnTo>
                  <a:lnTo>
                    <a:pt x="10160" y="25400"/>
                  </a:lnTo>
                  <a:lnTo>
                    <a:pt x="10160" y="27940"/>
                  </a:lnTo>
                  <a:lnTo>
                    <a:pt x="10160" y="29210"/>
                  </a:lnTo>
                  <a:lnTo>
                    <a:pt x="8890" y="31750"/>
                  </a:lnTo>
                  <a:lnTo>
                    <a:pt x="7620" y="33020"/>
                  </a:lnTo>
                  <a:lnTo>
                    <a:pt x="7620" y="36830"/>
                  </a:lnTo>
                  <a:lnTo>
                    <a:pt x="6350" y="40640"/>
                  </a:lnTo>
                  <a:lnTo>
                    <a:pt x="6350" y="41910"/>
                  </a:lnTo>
                  <a:lnTo>
                    <a:pt x="5080" y="46990"/>
                  </a:lnTo>
                  <a:lnTo>
                    <a:pt x="5080" y="48260"/>
                  </a:lnTo>
                  <a:lnTo>
                    <a:pt x="3810" y="59690"/>
                  </a:lnTo>
                  <a:lnTo>
                    <a:pt x="22860" y="62230"/>
                  </a:lnTo>
                  <a:lnTo>
                    <a:pt x="24003" y="50774"/>
                  </a:lnTo>
                  <a:lnTo>
                    <a:pt x="24130" y="50800"/>
                  </a:lnTo>
                  <a:lnTo>
                    <a:pt x="24130" y="49530"/>
                  </a:lnTo>
                  <a:lnTo>
                    <a:pt x="24130" y="45720"/>
                  </a:lnTo>
                  <a:lnTo>
                    <a:pt x="25400" y="40640"/>
                  </a:lnTo>
                  <a:lnTo>
                    <a:pt x="26289" y="37947"/>
                  </a:lnTo>
                  <a:lnTo>
                    <a:pt x="26670" y="38100"/>
                  </a:lnTo>
                  <a:lnTo>
                    <a:pt x="27940" y="34290"/>
                  </a:lnTo>
                  <a:lnTo>
                    <a:pt x="29210" y="31750"/>
                  </a:lnTo>
                  <a:lnTo>
                    <a:pt x="28638" y="31610"/>
                  </a:lnTo>
                  <a:lnTo>
                    <a:pt x="29210" y="30480"/>
                  </a:lnTo>
                  <a:lnTo>
                    <a:pt x="29210" y="29210"/>
                  </a:lnTo>
                  <a:lnTo>
                    <a:pt x="31750" y="27940"/>
                  </a:lnTo>
                  <a:lnTo>
                    <a:pt x="31750" y="26670"/>
                  </a:lnTo>
                  <a:lnTo>
                    <a:pt x="32562" y="25031"/>
                  </a:lnTo>
                  <a:lnTo>
                    <a:pt x="33020" y="25400"/>
                  </a:lnTo>
                  <a:lnTo>
                    <a:pt x="34290" y="24130"/>
                  </a:lnTo>
                  <a:lnTo>
                    <a:pt x="35560" y="22860"/>
                  </a:lnTo>
                  <a:lnTo>
                    <a:pt x="35560" y="22225"/>
                  </a:lnTo>
                  <a:lnTo>
                    <a:pt x="36830" y="21590"/>
                  </a:lnTo>
                  <a:lnTo>
                    <a:pt x="38100" y="20320"/>
                  </a:lnTo>
                  <a:lnTo>
                    <a:pt x="39370" y="20320"/>
                  </a:lnTo>
                  <a:lnTo>
                    <a:pt x="41910" y="19050"/>
                  </a:lnTo>
                  <a:lnTo>
                    <a:pt x="45720" y="18097"/>
                  </a:lnTo>
                  <a:lnTo>
                    <a:pt x="45720" y="19050"/>
                  </a:lnTo>
                  <a:lnTo>
                    <a:pt x="48260" y="19050"/>
                  </a:lnTo>
                  <a:lnTo>
                    <a:pt x="49530" y="19050"/>
                  </a:lnTo>
                  <a:lnTo>
                    <a:pt x="50800" y="8890"/>
                  </a:lnTo>
                  <a:lnTo>
                    <a:pt x="50952" y="8343"/>
                  </a:lnTo>
                  <a:lnTo>
                    <a:pt x="49530" y="19050"/>
                  </a:lnTo>
                  <a:lnTo>
                    <a:pt x="50800" y="19050"/>
                  </a:lnTo>
                  <a:lnTo>
                    <a:pt x="52070" y="19050"/>
                  </a:lnTo>
                  <a:lnTo>
                    <a:pt x="54610" y="20320"/>
                  </a:lnTo>
                  <a:lnTo>
                    <a:pt x="57150" y="11430"/>
                  </a:lnTo>
                  <a:lnTo>
                    <a:pt x="62230" y="254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4998720" y="3973829"/>
              <a:ext cx="88900" cy="20700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5067300" y="3218179"/>
              <a:ext cx="20320" cy="755650"/>
            </a:xfrm>
            <a:custGeom>
              <a:avLst/>
              <a:gdLst/>
              <a:ahLst/>
              <a:cxnLst/>
              <a:rect l="l" t="t" r="r" b="b"/>
              <a:pathLst>
                <a:path w="20320" h="755650">
                  <a:moveTo>
                    <a:pt x="20320" y="0"/>
                  </a:moveTo>
                  <a:lnTo>
                    <a:pt x="0" y="0"/>
                  </a:lnTo>
                  <a:lnTo>
                    <a:pt x="0" y="755650"/>
                  </a:lnTo>
                  <a:lnTo>
                    <a:pt x="20320" y="755650"/>
                  </a:lnTo>
                  <a:lnTo>
                    <a:pt x="20320" y="83820"/>
                  </a:lnTo>
                  <a:lnTo>
                    <a:pt x="20320" y="0"/>
                  </a:lnTo>
                  <a:close/>
                </a:path>
              </a:pathLst>
            </a:custGeom>
            <a:solidFill>
              <a:srgbClr val="98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0" name="object 460"/>
          <p:cNvGrpSpPr/>
          <p:nvPr/>
        </p:nvGrpSpPr>
        <p:grpSpPr>
          <a:xfrm>
            <a:off x="5375275" y="2916555"/>
            <a:ext cx="518159" cy="1480820"/>
            <a:chOff x="5375275" y="2916555"/>
            <a:chExt cx="518159" cy="1480820"/>
          </a:xfrm>
        </p:grpSpPr>
        <p:sp>
          <p:nvSpPr>
            <p:cNvPr id="461" name="object 461"/>
            <p:cNvSpPr/>
            <p:nvPr/>
          </p:nvSpPr>
          <p:spPr>
            <a:xfrm>
              <a:off x="5384800" y="29260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10" h="1461770">
                  <a:moveTo>
                    <a:pt x="499110" y="0"/>
                  </a:moveTo>
                  <a:lnTo>
                    <a:pt x="312420" y="0"/>
                  </a:lnTo>
                  <a:lnTo>
                    <a:pt x="312420" y="657860"/>
                  </a:lnTo>
                  <a:lnTo>
                    <a:pt x="186689" y="0"/>
                  </a:lnTo>
                  <a:lnTo>
                    <a:pt x="0" y="0"/>
                  </a:lnTo>
                  <a:lnTo>
                    <a:pt x="0" y="1461770"/>
                  </a:lnTo>
                  <a:lnTo>
                    <a:pt x="186689" y="1461770"/>
                  </a:lnTo>
                  <a:lnTo>
                    <a:pt x="186689" y="797560"/>
                  </a:lnTo>
                  <a:lnTo>
                    <a:pt x="303529" y="1461770"/>
                  </a:lnTo>
                  <a:lnTo>
                    <a:pt x="499110" y="1461770"/>
                  </a:lnTo>
                  <a:lnTo>
                    <a:pt x="499110" y="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5384800" y="2926080"/>
              <a:ext cx="499109" cy="1461770"/>
            </a:xfrm>
            <a:custGeom>
              <a:avLst/>
              <a:gdLst/>
              <a:ahLst/>
              <a:cxnLst/>
              <a:rect l="l" t="t" r="r" b="b"/>
              <a:pathLst>
                <a:path w="499110" h="1461770">
                  <a:moveTo>
                    <a:pt x="499110" y="0"/>
                  </a:moveTo>
                  <a:lnTo>
                    <a:pt x="499110" y="1461770"/>
                  </a:lnTo>
                  <a:lnTo>
                    <a:pt x="303529" y="1461770"/>
                  </a:lnTo>
                  <a:lnTo>
                    <a:pt x="186689" y="797560"/>
                  </a:lnTo>
                  <a:lnTo>
                    <a:pt x="186689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186689" y="0"/>
                  </a:lnTo>
                  <a:lnTo>
                    <a:pt x="312420" y="657860"/>
                  </a:lnTo>
                  <a:lnTo>
                    <a:pt x="312420" y="0"/>
                  </a:lnTo>
                  <a:lnTo>
                    <a:pt x="499110" y="0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3" name="object 463"/>
          <p:cNvGrpSpPr/>
          <p:nvPr/>
        </p:nvGrpSpPr>
        <p:grpSpPr>
          <a:xfrm>
            <a:off x="7875905" y="2916555"/>
            <a:ext cx="378460" cy="1480820"/>
            <a:chOff x="7875905" y="2916555"/>
            <a:chExt cx="378460" cy="1480820"/>
          </a:xfrm>
        </p:grpSpPr>
        <p:sp>
          <p:nvSpPr>
            <p:cNvPr id="464" name="object 464"/>
            <p:cNvSpPr/>
            <p:nvPr/>
          </p:nvSpPr>
          <p:spPr>
            <a:xfrm>
              <a:off x="7885430" y="2926079"/>
              <a:ext cx="359410" cy="1461770"/>
            </a:xfrm>
            <a:custGeom>
              <a:avLst/>
              <a:gdLst/>
              <a:ahLst/>
              <a:cxnLst/>
              <a:rect l="l" t="t" r="r" b="b"/>
              <a:pathLst>
                <a:path w="359409" h="1461770">
                  <a:moveTo>
                    <a:pt x="359410" y="1169670"/>
                  </a:moveTo>
                  <a:lnTo>
                    <a:pt x="222250" y="1169670"/>
                  </a:lnTo>
                  <a:lnTo>
                    <a:pt x="222250" y="0"/>
                  </a:lnTo>
                  <a:lnTo>
                    <a:pt x="0" y="0"/>
                  </a:lnTo>
                  <a:lnTo>
                    <a:pt x="0" y="1169670"/>
                  </a:lnTo>
                  <a:lnTo>
                    <a:pt x="0" y="1461770"/>
                  </a:lnTo>
                  <a:lnTo>
                    <a:pt x="359410" y="1461770"/>
                  </a:lnTo>
                  <a:lnTo>
                    <a:pt x="359410" y="1169670"/>
                  </a:lnTo>
                  <a:close/>
                </a:path>
              </a:pathLst>
            </a:custGeom>
            <a:solidFill>
              <a:srgbClr val="00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5" name="object 465"/>
            <p:cNvSpPr/>
            <p:nvPr/>
          </p:nvSpPr>
          <p:spPr>
            <a:xfrm>
              <a:off x="7885429" y="2926080"/>
              <a:ext cx="359410" cy="1461770"/>
            </a:xfrm>
            <a:custGeom>
              <a:avLst/>
              <a:gdLst/>
              <a:ahLst/>
              <a:cxnLst/>
              <a:rect l="l" t="t" r="r" b="b"/>
              <a:pathLst>
                <a:path w="359409" h="1461770">
                  <a:moveTo>
                    <a:pt x="222250" y="0"/>
                  </a:moveTo>
                  <a:lnTo>
                    <a:pt x="222250" y="1169670"/>
                  </a:lnTo>
                  <a:lnTo>
                    <a:pt x="359410" y="1169670"/>
                  </a:lnTo>
                  <a:lnTo>
                    <a:pt x="359410" y="1461770"/>
                  </a:lnTo>
                  <a:lnTo>
                    <a:pt x="0" y="1461770"/>
                  </a:lnTo>
                  <a:lnTo>
                    <a:pt x="0" y="0"/>
                  </a:lnTo>
                  <a:lnTo>
                    <a:pt x="222250" y="0"/>
                  </a:lnTo>
                  <a:close/>
                </a:path>
              </a:pathLst>
            </a:custGeom>
            <a:ln w="19048">
              <a:solidFill>
                <a:srgbClr val="98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36004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INSTRUCTION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1239" y="2133600"/>
            <a:ext cx="68961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</a:pPr>
            <a:r>
              <a:rPr sz="3200" spc="-5" dirty="0">
                <a:latin typeface="Times New Roman" pitchFamily="18" charset="0"/>
                <a:cs typeface="Times New Roman" pitchFamily="18" charset="0"/>
              </a:rPr>
              <a:t>Instruction is command which </a:t>
            </a:r>
            <a:r>
              <a:rPr sz="3200" dirty="0">
                <a:latin typeface="Times New Roman" pitchFamily="18" charset="0"/>
                <a:cs typeface="Times New Roman" pitchFamily="18" charset="0"/>
              </a:rPr>
              <a:t>is given  </a:t>
            </a:r>
            <a:r>
              <a:rPr sz="3200" spc="-5" dirty="0">
                <a:latin typeface="Times New Roman" pitchFamily="18" charset="0"/>
                <a:cs typeface="Times New Roman" pitchFamily="18" charset="0"/>
              </a:rPr>
              <a:t>by the </a:t>
            </a:r>
            <a:r>
              <a:rPr sz="3200" dirty="0">
                <a:latin typeface="Times New Roman" pitchFamily="18" charset="0"/>
                <a:cs typeface="Times New Roman" pitchFamily="18" charset="0"/>
              </a:rPr>
              <a:t>user </a:t>
            </a:r>
            <a:r>
              <a:rPr sz="3200" spc="-1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32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spc="-5" dirty="0">
                <a:latin typeface="Times New Roman" pitchFamily="18" charset="0"/>
                <a:cs typeface="Times New Roman" pitchFamily="18" charset="0"/>
              </a:rPr>
              <a:t>computer.</a:t>
            </a:r>
            <a:endParaRPr sz="3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90600" y="3200400"/>
            <a:ext cx="6705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 program residing in the memory unit of a computer consists of a sequence of instructions.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These instructions are executed by the processor by going through a cycle for each instruction.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40773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Instruction</a:t>
            </a:r>
            <a:r>
              <a:rPr spc="-20" dirty="0"/>
              <a:t> </a:t>
            </a:r>
            <a:r>
              <a:rPr spc="-5" dirty="0"/>
              <a:t>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110" y="2124710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3549" y="2051050"/>
            <a:ext cx="8216900" cy="4547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3160" marR="5080" algn="l">
              <a:lnSpc>
                <a:spcPct val="100000"/>
              </a:lnSpc>
              <a:spcBef>
                <a:spcPts val="100"/>
              </a:spcBef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time required for the fetching and execution of one simple machine instruction is the 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CPU cycle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It is also known as an instruction cycle.</a:t>
            </a:r>
          </a:p>
          <a:p>
            <a:pPr marL="1153160" marR="5080" algn="l">
              <a:lnSpc>
                <a:spcPct val="100000"/>
              </a:lnSpc>
              <a:spcBef>
                <a:spcPts val="100"/>
              </a:spcBef>
            </a:pPr>
            <a:r>
              <a:rPr spc="-5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instruction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further divided into  sequence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phases.</a:t>
            </a:r>
            <a:endParaRPr>
              <a:latin typeface="Times New Roman" pitchFamily="18" charset="0"/>
              <a:cs typeface="Times New Roman" pitchFamily="18" charset="0"/>
            </a:endParaRPr>
          </a:p>
          <a:p>
            <a:pPr marL="1153160" marR="99060" algn="l">
              <a:lnSpc>
                <a:spcPct val="100000"/>
              </a:lnSpc>
              <a:spcBef>
                <a:spcPts val="690"/>
              </a:spcBef>
            </a:pPr>
            <a:r>
              <a:rPr spc="-5" dirty="0">
                <a:latin typeface="Times New Roman" pitchFamily="18" charset="0"/>
                <a:cs typeface="Times New Roman" pitchFamily="18" charset="0"/>
              </a:rPr>
              <a:t>After the execution the program counter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is 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incremented to point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the next</a:t>
            </a:r>
            <a:r>
              <a:rPr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instruction.</a:t>
            </a:r>
            <a:endParaRPr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 flipV="1">
            <a:off x="1219200" y="4202430"/>
            <a:ext cx="226695" cy="2705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 flipV="1">
            <a:off x="1219200" y="5181599"/>
            <a:ext cx="304800" cy="2705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2" descr="What is Instruction Cycle? Definition, Flowchart - BinaryTerm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5603" name="Picture 3" descr="C:\Users\RGUKT\Downloads\Basic-Instruction-Cycl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752600"/>
            <a:ext cx="6553199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7830" y="1098550"/>
            <a:ext cx="438150" cy="422909"/>
            <a:chOff x="417830" y="1098550"/>
            <a:chExt cx="438150" cy="422909"/>
          </a:xfrm>
        </p:grpSpPr>
        <p:sp>
          <p:nvSpPr>
            <p:cNvPr id="3" name="object 3"/>
            <p:cNvSpPr/>
            <p:nvPr/>
          </p:nvSpPr>
          <p:spPr>
            <a:xfrm>
              <a:off x="417830" y="1098550"/>
              <a:ext cx="438150" cy="422909"/>
            </a:xfrm>
            <a:custGeom>
              <a:avLst/>
              <a:gdLst/>
              <a:ahLst/>
              <a:cxnLst/>
              <a:rect l="l" t="t" r="r" b="b"/>
              <a:pathLst>
                <a:path w="438150" h="422909">
                  <a:moveTo>
                    <a:pt x="0" y="422910"/>
                  </a:moveTo>
                  <a:lnTo>
                    <a:pt x="438150" y="422910"/>
                  </a:lnTo>
                  <a:lnTo>
                    <a:pt x="4381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C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8830" y="1098549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20" h="422909">
                  <a:moveTo>
                    <a:pt x="762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7620" y="42291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645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407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C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7000" y="990600"/>
            <a:ext cx="2526030" cy="1051560"/>
            <a:chOff x="127000" y="990600"/>
            <a:chExt cx="2526030" cy="1051560"/>
          </a:xfrm>
        </p:grpSpPr>
        <p:sp>
          <p:nvSpPr>
            <p:cNvPr id="8" name="object 8"/>
            <p:cNvSpPr/>
            <p:nvPr/>
          </p:nvSpPr>
          <p:spPr>
            <a:xfrm>
              <a:off x="417830" y="109854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0" y="474980"/>
                  </a:lnTo>
                  <a:lnTo>
                    <a:pt x="438150" y="474980"/>
                  </a:lnTo>
                  <a:lnTo>
                    <a:pt x="438150" y="422910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8830" y="1098549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20" h="422909">
                  <a:moveTo>
                    <a:pt x="762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7620" y="42291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0645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D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406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C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1690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B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804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A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565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9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328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8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0900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7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725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6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86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5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249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4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8010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3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87730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2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9408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1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170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F0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0931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F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1694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24559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090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C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853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46150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A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5376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9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61390" y="1098549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0" y="474980"/>
                  </a:lnTo>
                  <a:lnTo>
                    <a:pt x="6350" y="474980"/>
                  </a:lnTo>
                  <a:lnTo>
                    <a:pt x="6350" y="42291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E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773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E6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536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E5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8298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E4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90600" y="1098550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6350" y="4749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E3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9695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E2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0456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E1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01218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E0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01981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F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027430" y="1098550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6350" y="4749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DE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03378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D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4140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C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4901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B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05663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A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064260" y="1098550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6350" y="4749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D9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07061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8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7823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7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8585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6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9346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5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01089" y="1098550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6350" y="474979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D4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107439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3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11506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20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20" y="474979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D2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22680" y="1098550"/>
              <a:ext cx="7620" cy="474980"/>
            </a:xfrm>
            <a:custGeom>
              <a:avLst/>
              <a:gdLst/>
              <a:ahLst/>
              <a:cxnLst/>
              <a:rect l="l" t="t" r="r" b="b"/>
              <a:pathLst>
                <a:path w="7619" h="474980">
                  <a:moveTo>
                    <a:pt x="7619" y="0"/>
                  </a:moveTo>
                  <a:lnTo>
                    <a:pt x="0" y="0"/>
                  </a:lnTo>
                  <a:lnTo>
                    <a:pt x="0" y="474979"/>
                  </a:lnTo>
                  <a:lnTo>
                    <a:pt x="7619" y="474979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FD1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1019" y="1521459"/>
              <a:ext cx="422909" cy="473709"/>
            </a:xfrm>
            <a:custGeom>
              <a:avLst/>
              <a:gdLst/>
              <a:ahLst/>
              <a:cxnLst/>
              <a:rect l="l" t="t" r="r" b="b"/>
              <a:pathLst>
                <a:path w="422909" h="473710">
                  <a:moveTo>
                    <a:pt x="422910" y="0"/>
                  </a:moveTo>
                  <a:lnTo>
                    <a:pt x="0" y="0"/>
                  </a:lnTo>
                  <a:lnTo>
                    <a:pt x="0" y="473710"/>
                  </a:lnTo>
                  <a:lnTo>
                    <a:pt x="422910" y="47371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09320" y="1520189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1694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BF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2329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F7F7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3090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F3F3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385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EFEF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4615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EBEB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5250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E7E7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601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E3E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6773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DFDF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7408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DBDB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8171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D7D7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893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D3D3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9695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FCF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0330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CCC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109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C8C8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0185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C4C4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2616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C0C0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3251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BCBC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401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8B8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0477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B4B4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05536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B0B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0617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CAC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0693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A8A8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07696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A4A4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08458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A0A0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0909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9C9C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0985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9898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10616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959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1125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9191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1201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8D8D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12776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8989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13411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8585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1417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818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493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7D7D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15696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7979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16331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7575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1709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7171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17856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6D6D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18618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696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1925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6666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2001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626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20776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5E5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21538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5A5A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12217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5656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122936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525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236980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4E4E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24333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4A4A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250950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4646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125856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2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20" y="476250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rgbClr val="4242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1266189" y="1520190"/>
              <a:ext cx="6350" cy="476250"/>
            </a:xfrm>
            <a:custGeom>
              <a:avLst/>
              <a:gdLst/>
              <a:ahLst/>
              <a:cxnLst/>
              <a:rect l="l" t="t" r="r" b="b"/>
              <a:pathLst>
                <a:path w="6350" h="476250">
                  <a:moveTo>
                    <a:pt x="6350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6350" y="47625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3E3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272539" y="1520190"/>
              <a:ext cx="7620" cy="476250"/>
            </a:xfrm>
            <a:custGeom>
              <a:avLst/>
              <a:gdLst/>
              <a:ahLst/>
              <a:cxnLst/>
              <a:rect l="l" t="t" r="r" b="b"/>
              <a:pathLst>
                <a:path w="7619" h="476250">
                  <a:moveTo>
                    <a:pt x="7619" y="0"/>
                  </a:moveTo>
                  <a:lnTo>
                    <a:pt x="0" y="0"/>
                  </a:lnTo>
                  <a:lnTo>
                    <a:pt x="0" y="476250"/>
                  </a:lnTo>
                  <a:lnTo>
                    <a:pt x="7619" y="476250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rgbClr val="3A3A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27000" y="1625368"/>
              <a:ext cx="245974" cy="24534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127000" y="1614169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39">
                  <a:moveTo>
                    <a:pt x="0" y="0"/>
                  </a:moveTo>
                  <a:lnTo>
                    <a:pt x="0" y="11198"/>
                  </a:lnTo>
                  <a:lnTo>
                    <a:pt x="245974" y="256539"/>
                  </a:lnTo>
                  <a:lnTo>
                    <a:pt x="256540" y="2565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27000" y="160400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0"/>
                  </a:moveTo>
                  <a:lnTo>
                    <a:pt x="0" y="10160"/>
                  </a:lnTo>
                  <a:lnTo>
                    <a:pt x="256540" y="266700"/>
                  </a:lnTo>
                  <a:lnTo>
                    <a:pt x="266700" y="266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27000" y="1593850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60" h="276860">
                  <a:moveTo>
                    <a:pt x="0" y="0"/>
                  </a:moveTo>
                  <a:lnTo>
                    <a:pt x="0" y="10160"/>
                  </a:lnTo>
                  <a:lnTo>
                    <a:pt x="266700" y="276860"/>
                  </a:lnTo>
                  <a:lnTo>
                    <a:pt x="276860" y="2768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27000" y="1583690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20" h="287019">
                  <a:moveTo>
                    <a:pt x="0" y="0"/>
                  </a:moveTo>
                  <a:lnTo>
                    <a:pt x="0" y="10160"/>
                  </a:lnTo>
                  <a:lnTo>
                    <a:pt x="276860" y="287020"/>
                  </a:lnTo>
                  <a:lnTo>
                    <a:pt x="287019" y="287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5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27000" y="1573530"/>
              <a:ext cx="297180" cy="297180"/>
            </a:xfrm>
            <a:custGeom>
              <a:avLst/>
              <a:gdLst/>
              <a:ahLst/>
              <a:cxnLst/>
              <a:rect l="l" t="t" r="r" b="b"/>
              <a:pathLst>
                <a:path w="297180" h="297180">
                  <a:moveTo>
                    <a:pt x="0" y="0"/>
                  </a:moveTo>
                  <a:lnTo>
                    <a:pt x="0" y="10160"/>
                  </a:lnTo>
                  <a:lnTo>
                    <a:pt x="287019" y="297180"/>
                  </a:lnTo>
                  <a:lnTo>
                    <a:pt x="297180" y="297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8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27000" y="1563369"/>
              <a:ext cx="307340" cy="307340"/>
            </a:xfrm>
            <a:custGeom>
              <a:avLst/>
              <a:gdLst/>
              <a:ahLst/>
              <a:cxnLst/>
              <a:rect l="l" t="t" r="r" b="b"/>
              <a:pathLst>
                <a:path w="307340" h="307339">
                  <a:moveTo>
                    <a:pt x="0" y="0"/>
                  </a:moveTo>
                  <a:lnTo>
                    <a:pt x="0" y="10159"/>
                  </a:lnTo>
                  <a:lnTo>
                    <a:pt x="297180" y="307339"/>
                  </a:lnTo>
                  <a:lnTo>
                    <a:pt x="307340" y="3073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27000" y="1551940"/>
              <a:ext cx="318770" cy="318770"/>
            </a:xfrm>
            <a:custGeom>
              <a:avLst/>
              <a:gdLst/>
              <a:ahLst/>
              <a:cxnLst/>
              <a:rect l="l" t="t" r="r" b="b"/>
              <a:pathLst>
                <a:path w="318770" h="318769">
                  <a:moveTo>
                    <a:pt x="0" y="0"/>
                  </a:moveTo>
                  <a:lnTo>
                    <a:pt x="0" y="11430"/>
                  </a:lnTo>
                  <a:lnTo>
                    <a:pt x="307340" y="318770"/>
                  </a:lnTo>
                  <a:lnTo>
                    <a:pt x="318770" y="318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27000" y="1541780"/>
              <a:ext cx="328930" cy="328930"/>
            </a:xfrm>
            <a:custGeom>
              <a:avLst/>
              <a:gdLst/>
              <a:ahLst/>
              <a:cxnLst/>
              <a:rect l="l" t="t" r="r" b="b"/>
              <a:pathLst>
                <a:path w="328930" h="328930">
                  <a:moveTo>
                    <a:pt x="0" y="0"/>
                  </a:moveTo>
                  <a:lnTo>
                    <a:pt x="0" y="10159"/>
                  </a:lnTo>
                  <a:lnTo>
                    <a:pt x="318770" y="328929"/>
                  </a:lnTo>
                  <a:lnTo>
                    <a:pt x="328930" y="328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27000" y="1531619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0" y="0"/>
                  </a:moveTo>
                  <a:lnTo>
                    <a:pt x="0" y="10160"/>
                  </a:lnTo>
                  <a:lnTo>
                    <a:pt x="328930" y="339090"/>
                  </a:lnTo>
                  <a:lnTo>
                    <a:pt x="339090" y="339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127000" y="1521558"/>
              <a:ext cx="348615" cy="349250"/>
            </a:xfrm>
            <a:custGeom>
              <a:avLst/>
              <a:gdLst/>
              <a:ahLst/>
              <a:cxnLst/>
              <a:rect l="l" t="t" r="r" b="b"/>
              <a:pathLst>
                <a:path w="348615" h="349250">
                  <a:moveTo>
                    <a:pt x="0" y="0"/>
                  </a:moveTo>
                  <a:lnTo>
                    <a:pt x="0" y="10061"/>
                  </a:lnTo>
                  <a:lnTo>
                    <a:pt x="339090" y="349151"/>
                  </a:lnTo>
                  <a:lnTo>
                    <a:pt x="348254" y="349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5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27000" y="1511385"/>
              <a:ext cx="358775" cy="359410"/>
            </a:xfrm>
            <a:custGeom>
              <a:avLst/>
              <a:gdLst/>
              <a:ahLst/>
              <a:cxnLst/>
              <a:rect l="l" t="t" r="r" b="b"/>
              <a:pathLst>
                <a:path w="358775" h="359410">
                  <a:moveTo>
                    <a:pt x="0" y="0"/>
                  </a:moveTo>
                  <a:lnTo>
                    <a:pt x="0" y="10173"/>
                  </a:lnTo>
                  <a:lnTo>
                    <a:pt x="348254" y="359324"/>
                  </a:lnTo>
                  <a:lnTo>
                    <a:pt x="358401" y="359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27000" y="1501140"/>
              <a:ext cx="369570" cy="369570"/>
            </a:xfrm>
            <a:custGeom>
              <a:avLst/>
              <a:gdLst/>
              <a:ahLst/>
              <a:cxnLst/>
              <a:rect l="l" t="t" r="r" b="b"/>
              <a:pathLst>
                <a:path w="369570" h="369569">
                  <a:moveTo>
                    <a:pt x="0" y="0"/>
                  </a:moveTo>
                  <a:lnTo>
                    <a:pt x="0" y="10245"/>
                  </a:lnTo>
                  <a:lnTo>
                    <a:pt x="358401" y="369570"/>
                  </a:lnTo>
                  <a:lnTo>
                    <a:pt x="369570" y="369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27000" y="1490980"/>
              <a:ext cx="379730" cy="379730"/>
            </a:xfrm>
            <a:custGeom>
              <a:avLst/>
              <a:gdLst/>
              <a:ahLst/>
              <a:cxnLst/>
              <a:rect l="l" t="t" r="r" b="b"/>
              <a:pathLst>
                <a:path w="379730" h="379730">
                  <a:moveTo>
                    <a:pt x="0" y="0"/>
                  </a:moveTo>
                  <a:lnTo>
                    <a:pt x="0" y="10159"/>
                  </a:lnTo>
                  <a:lnTo>
                    <a:pt x="369570" y="379729"/>
                  </a:lnTo>
                  <a:lnTo>
                    <a:pt x="379730" y="3797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27000" y="1480819"/>
              <a:ext cx="389890" cy="389890"/>
            </a:xfrm>
            <a:custGeom>
              <a:avLst/>
              <a:gdLst/>
              <a:ahLst/>
              <a:cxnLst/>
              <a:rect l="l" t="t" r="r" b="b"/>
              <a:pathLst>
                <a:path w="389890" h="389889">
                  <a:moveTo>
                    <a:pt x="0" y="0"/>
                  </a:moveTo>
                  <a:lnTo>
                    <a:pt x="0" y="10160"/>
                  </a:lnTo>
                  <a:lnTo>
                    <a:pt x="379730" y="389890"/>
                  </a:lnTo>
                  <a:lnTo>
                    <a:pt x="389890" y="389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27000" y="147065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0"/>
                  </a:moveTo>
                  <a:lnTo>
                    <a:pt x="0" y="10160"/>
                  </a:lnTo>
                  <a:lnTo>
                    <a:pt x="389890" y="400050"/>
                  </a:lnTo>
                  <a:lnTo>
                    <a:pt x="400049" y="400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2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27000" y="1460500"/>
              <a:ext cx="410209" cy="410209"/>
            </a:xfrm>
            <a:custGeom>
              <a:avLst/>
              <a:gdLst/>
              <a:ahLst/>
              <a:cxnLst/>
              <a:rect l="l" t="t" r="r" b="b"/>
              <a:pathLst>
                <a:path w="410209" h="410210">
                  <a:moveTo>
                    <a:pt x="0" y="0"/>
                  </a:moveTo>
                  <a:lnTo>
                    <a:pt x="0" y="10160"/>
                  </a:lnTo>
                  <a:lnTo>
                    <a:pt x="400049" y="410210"/>
                  </a:lnTo>
                  <a:lnTo>
                    <a:pt x="410210" y="4102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27000" y="1450340"/>
              <a:ext cx="420370" cy="420370"/>
            </a:xfrm>
            <a:custGeom>
              <a:avLst/>
              <a:gdLst/>
              <a:ahLst/>
              <a:cxnLst/>
              <a:rect l="l" t="t" r="r" b="b"/>
              <a:pathLst>
                <a:path w="420370" h="420369">
                  <a:moveTo>
                    <a:pt x="0" y="0"/>
                  </a:moveTo>
                  <a:lnTo>
                    <a:pt x="0" y="10160"/>
                  </a:lnTo>
                  <a:lnTo>
                    <a:pt x="410210" y="420370"/>
                  </a:lnTo>
                  <a:lnTo>
                    <a:pt x="420369" y="4203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27000" y="1447800"/>
              <a:ext cx="431800" cy="422909"/>
            </a:xfrm>
            <a:custGeom>
              <a:avLst/>
              <a:gdLst/>
              <a:ahLst/>
              <a:cxnLst/>
              <a:rect l="l" t="t" r="r" b="b"/>
              <a:pathLst>
                <a:path w="431800" h="422910">
                  <a:moveTo>
                    <a:pt x="8889" y="0"/>
                  </a:moveTo>
                  <a:lnTo>
                    <a:pt x="0" y="0"/>
                  </a:lnTo>
                  <a:lnTo>
                    <a:pt x="0" y="2539"/>
                  </a:lnTo>
                  <a:lnTo>
                    <a:pt x="420370" y="422910"/>
                  </a:lnTo>
                  <a:lnTo>
                    <a:pt x="431800" y="42291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FF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13588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60" y="0"/>
                  </a:moveTo>
                  <a:lnTo>
                    <a:pt x="0" y="0"/>
                  </a:lnTo>
                  <a:lnTo>
                    <a:pt x="422910" y="422910"/>
                  </a:lnTo>
                  <a:lnTo>
                    <a:pt x="433070" y="4229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146050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5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69" y="422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15620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60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70" y="4229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6636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8955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2955" y="422910"/>
                  </a:lnTo>
                  <a:lnTo>
                    <a:pt x="8955" y="0"/>
                  </a:lnTo>
                  <a:close/>
                </a:path>
              </a:pathLst>
            </a:custGeom>
            <a:solidFill>
              <a:srgbClr val="FF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75325" y="1447800"/>
              <a:ext cx="434340" cy="422909"/>
            </a:xfrm>
            <a:custGeom>
              <a:avLst/>
              <a:gdLst/>
              <a:ahLst/>
              <a:cxnLst/>
              <a:rect l="l" t="t" r="r" b="b"/>
              <a:pathLst>
                <a:path w="434340" h="422910">
                  <a:moveTo>
                    <a:pt x="10173" y="0"/>
                  </a:moveTo>
                  <a:lnTo>
                    <a:pt x="0" y="0"/>
                  </a:lnTo>
                  <a:lnTo>
                    <a:pt x="423999" y="422910"/>
                  </a:lnTo>
                  <a:lnTo>
                    <a:pt x="434173" y="422910"/>
                  </a:lnTo>
                  <a:lnTo>
                    <a:pt x="10173" y="0"/>
                  </a:lnTo>
                  <a:close/>
                </a:path>
              </a:pathLst>
            </a:custGeom>
            <a:solidFill>
              <a:srgbClr val="FF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85498" y="1447800"/>
              <a:ext cx="434340" cy="422909"/>
            </a:xfrm>
            <a:custGeom>
              <a:avLst/>
              <a:gdLst/>
              <a:ahLst/>
              <a:cxnLst/>
              <a:rect l="l" t="t" r="r" b="b"/>
              <a:pathLst>
                <a:path w="434340" h="422910">
                  <a:moveTo>
                    <a:pt x="11351" y="0"/>
                  </a:moveTo>
                  <a:lnTo>
                    <a:pt x="0" y="0"/>
                  </a:lnTo>
                  <a:lnTo>
                    <a:pt x="423999" y="422910"/>
                  </a:lnTo>
                  <a:lnTo>
                    <a:pt x="434261" y="422910"/>
                  </a:lnTo>
                  <a:lnTo>
                    <a:pt x="11351" y="0"/>
                  </a:lnTo>
                  <a:close/>
                </a:path>
              </a:pathLst>
            </a:custGeom>
            <a:solidFill>
              <a:srgbClr val="FF7A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96850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5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69" y="422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207010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60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70" y="4229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21716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5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3069" y="422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227330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59" y="0"/>
                  </a:moveTo>
                  <a:lnTo>
                    <a:pt x="0" y="0"/>
                  </a:lnTo>
                  <a:lnTo>
                    <a:pt x="422910" y="422910"/>
                  </a:lnTo>
                  <a:lnTo>
                    <a:pt x="433070" y="422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237489" y="1447800"/>
              <a:ext cx="433070" cy="422909"/>
            </a:xfrm>
            <a:custGeom>
              <a:avLst/>
              <a:gdLst/>
              <a:ahLst/>
              <a:cxnLst/>
              <a:rect l="l" t="t" r="r" b="b"/>
              <a:pathLst>
                <a:path w="433070" h="422910">
                  <a:moveTo>
                    <a:pt x="10160" y="0"/>
                  </a:moveTo>
                  <a:lnTo>
                    <a:pt x="0" y="0"/>
                  </a:lnTo>
                  <a:lnTo>
                    <a:pt x="422910" y="422910"/>
                  </a:lnTo>
                  <a:lnTo>
                    <a:pt x="433070" y="4229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247650" y="1447800"/>
              <a:ext cx="434340" cy="422909"/>
            </a:xfrm>
            <a:custGeom>
              <a:avLst/>
              <a:gdLst/>
              <a:ahLst/>
              <a:cxnLst/>
              <a:rect l="l" t="t" r="r" b="b"/>
              <a:pathLst>
                <a:path w="434340" h="422910">
                  <a:moveTo>
                    <a:pt x="1142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34339" y="422910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FF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259079" y="1447800"/>
              <a:ext cx="429259" cy="422909"/>
            </a:xfrm>
            <a:custGeom>
              <a:avLst/>
              <a:gdLst/>
              <a:ahLst/>
              <a:cxnLst/>
              <a:rect l="l" t="t" r="r" b="b"/>
              <a:pathLst>
                <a:path w="429259" h="422910">
                  <a:moveTo>
                    <a:pt x="10159" y="0"/>
                  </a:moveTo>
                  <a:lnTo>
                    <a:pt x="0" y="0"/>
                  </a:lnTo>
                  <a:lnTo>
                    <a:pt x="422909" y="422910"/>
                  </a:lnTo>
                  <a:lnTo>
                    <a:pt x="427989" y="422910"/>
                  </a:lnTo>
                  <a:lnTo>
                    <a:pt x="429259" y="421639"/>
                  </a:lnTo>
                  <a:lnTo>
                    <a:pt x="429259" y="41910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8C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269239" y="14478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10160" y="0"/>
                  </a:moveTo>
                  <a:lnTo>
                    <a:pt x="0" y="0"/>
                  </a:lnTo>
                  <a:lnTo>
                    <a:pt x="419100" y="419100"/>
                  </a:lnTo>
                  <a:lnTo>
                    <a:pt x="419100" y="40893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279400" y="1447800"/>
              <a:ext cx="408940" cy="408940"/>
            </a:xfrm>
            <a:custGeom>
              <a:avLst/>
              <a:gdLst/>
              <a:ahLst/>
              <a:cxnLst/>
              <a:rect l="l" t="t" r="r" b="b"/>
              <a:pathLst>
                <a:path w="408940" h="408939">
                  <a:moveTo>
                    <a:pt x="9947" y="0"/>
                  </a:moveTo>
                  <a:lnTo>
                    <a:pt x="0" y="0"/>
                  </a:lnTo>
                  <a:lnTo>
                    <a:pt x="408939" y="408939"/>
                  </a:lnTo>
                  <a:lnTo>
                    <a:pt x="408939" y="400020"/>
                  </a:lnTo>
                  <a:lnTo>
                    <a:pt x="9947" y="0"/>
                  </a:lnTo>
                  <a:close/>
                </a:path>
              </a:pathLst>
            </a:custGeom>
            <a:solidFill>
              <a:srgbClr val="FF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289347" y="1447800"/>
              <a:ext cx="399415" cy="400050"/>
            </a:xfrm>
            <a:custGeom>
              <a:avLst/>
              <a:gdLst/>
              <a:ahLst/>
              <a:cxnLst/>
              <a:rect l="l" t="t" r="r" b="b"/>
              <a:pathLst>
                <a:path w="399415" h="400050">
                  <a:moveTo>
                    <a:pt x="10146" y="0"/>
                  </a:moveTo>
                  <a:lnTo>
                    <a:pt x="0" y="0"/>
                  </a:lnTo>
                  <a:lnTo>
                    <a:pt x="398992" y="400020"/>
                  </a:lnTo>
                  <a:lnTo>
                    <a:pt x="398992" y="389847"/>
                  </a:lnTo>
                  <a:lnTo>
                    <a:pt x="10146" y="0"/>
                  </a:lnTo>
                  <a:close/>
                </a:path>
              </a:pathLst>
            </a:custGeom>
            <a:solidFill>
              <a:srgbClr val="FF94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99494" y="1447800"/>
              <a:ext cx="389255" cy="389890"/>
            </a:xfrm>
            <a:custGeom>
              <a:avLst/>
              <a:gdLst/>
              <a:ahLst/>
              <a:cxnLst/>
              <a:rect l="l" t="t" r="r" b="b"/>
              <a:pathLst>
                <a:path w="389255" h="389889">
                  <a:moveTo>
                    <a:pt x="9115" y="0"/>
                  </a:moveTo>
                  <a:lnTo>
                    <a:pt x="0" y="0"/>
                  </a:lnTo>
                  <a:lnTo>
                    <a:pt x="388845" y="389847"/>
                  </a:lnTo>
                  <a:lnTo>
                    <a:pt x="388845" y="379730"/>
                  </a:lnTo>
                  <a:lnTo>
                    <a:pt x="9115" y="0"/>
                  </a:lnTo>
                  <a:close/>
                </a:path>
              </a:pathLst>
            </a:custGeom>
            <a:solidFill>
              <a:srgbClr val="FF9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308610" y="1447800"/>
              <a:ext cx="379730" cy="379730"/>
            </a:xfrm>
            <a:custGeom>
              <a:avLst/>
              <a:gdLst/>
              <a:ahLst/>
              <a:cxnLst/>
              <a:rect l="l" t="t" r="r" b="b"/>
              <a:pathLst>
                <a:path w="379730" h="379730">
                  <a:moveTo>
                    <a:pt x="11429" y="0"/>
                  </a:moveTo>
                  <a:lnTo>
                    <a:pt x="0" y="0"/>
                  </a:lnTo>
                  <a:lnTo>
                    <a:pt x="379730" y="379730"/>
                  </a:lnTo>
                  <a:lnTo>
                    <a:pt x="379730" y="368300"/>
                  </a:lnTo>
                  <a:lnTo>
                    <a:pt x="11429" y="0"/>
                  </a:lnTo>
                  <a:close/>
                </a:path>
              </a:pathLst>
            </a:custGeom>
            <a:solidFill>
              <a:srgbClr val="FF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320039" y="1447800"/>
              <a:ext cx="368300" cy="368300"/>
            </a:xfrm>
            <a:custGeom>
              <a:avLst/>
              <a:gdLst/>
              <a:ahLst/>
              <a:cxnLst/>
              <a:rect l="l" t="t" r="r" b="b"/>
              <a:pathLst>
                <a:path w="368300" h="368300">
                  <a:moveTo>
                    <a:pt x="10160" y="0"/>
                  </a:moveTo>
                  <a:lnTo>
                    <a:pt x="0" y="0"/>
                  </a:lnTo>
                  <a:lnTo>
                    <a:pt x="368300" y="368300"/>
                  </a:lnTo>
                  <a:lnTo>
                    <a:pt x="368300" y="358139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9C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30200" y="1447800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40" h="358139">
                  <a:moveTo>
                    <a:pt x="10159" y="0"/>
                  </a:moveTo>
                  <a:lnTo>
                    <a:pt x="0" y="0"/>
                  </a:lnTo>
                  <a:lnTo>
                    <a:pt x="358139" y="358139"/>
                  </a:lnTo>
                  <a:lnTo>
                    <a:pt x="358139" y="34798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340359" y="1447800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0159" y="0"/>
                  </a:moveTo>
                  <a:lnTo>
                    <a:pt x="0" y="0"/>
                  </a:lnTo>
                  <a:lnTo>
                    <a:pt x="347980" y="347980"/>
                  </a:lnTo>
                  <a:lnTo>
                    <a:pt x="347979" y="337819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A1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350520" y="1447800"/>
              <a:ext cx="337820" cy="337820"/>
            </a:xfrm>
            <a:custGeom>
              <a:avLst/>
              <a:gdLst/>
              <a:ahLst/>
              <a:cxnLst/>
              <a:rect l="l" t="t" r="r" b="b"/>
              <a:pathLst>
                <a:path w="337820" h="337819">
                  <a:moveTo>
                    <a:pt x="10160" y="0"/>
                  </a:moveTo>
                  <a:lnTo>
                    <a:pt x="0" y="0"/>
                  </a:lnTo>
                  <a:lnTo>
                    <a:pt x="337820" y="337819"/>
                  </a:lnTo>
                  <a:lnTo>
                    <a:pt x="337820" y="32766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rgbClr val="FF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360679" y="1447800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59" h="327660">
                  <a:moveTo>
                    <a:pt x="10159" y="0"/>
                  </a:moveTo>
                  <a:lnTo>
                    <a:pt x="0" y="0"/>
                  </a:lnTo>
                  <a:lnTo>
                    <a:pt x="327659" y="327660"/>
                  </a:lnTo>
                  <a:lnTo>
                    <a:pt x="327659" y="31750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370840" y="1447800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1430" y="0"/>
                  </a:moveTo>
                  <a:lnTo>
                    <a:pt x="0" y="0"/>
                  </a:lnTo>
                  <a:lnTo>
                    <a:pt x="317500" y="317500"/>
                  </a:lnTo>
                  <a:lnTo>
                    <a:pt x="317500" y="306070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FF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382270" y="1447800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70" h="306069">
                  <a:moveTo>
                    <a:pt x="10159" y="0"/>
                  </a:moveTo>
                  <a:lnTo>
                    <a:pt x="0" y="0"/>
                  </a:lnTo>
                  <a:lnTo>
                    <a:pt x="306069" y="306069"/>
                  </a:lnTo>
                  <a:lnTo>
                    <a:pt x="306069" y="2959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AC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392429" y="1447800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10">
                  <a:moveTo>
                    <a:pt x="9246" y="0"/>
                  </a:moveTo>
                  <a:lnTo>
                    <a:pt x="0" y="0"/>
                  </a:lnTo>
                  <a:lnTo>
                    <a:pt x="295910" y="295910"/>
                  </a:lnTo>
                  <a:lnTo>
                    <a:pt x="295910" y="285926"/>
                  </a:lnTo>
                  <a:lnTo>
                    <a:pt x="9246" y="0"/>
                  </a:lnTo>
                  <a:close/>
                </a:path>
              </a:pathLst>
            </a:custGeom>
            <a:solidFill>
              <a:srgbClr val="F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401676" y="1447800"/>
              <a:ext cx="287020" cy="286385"/>
            </a:xfrm>
            <a:custGeom>
              <a:avLst/>
              <a:gdLst/>
              <a:ahLst/>
              <a:cxnLst/>
              <a:rect l="l" t="t" r="r" b="b"/>
              <a:pathLst>
                <a:path w="287020" h="286385">
                  <a:moveTo>
                    <a:pt x="10173" y="0"/>
                  </a:moveTo>
                  <a:lnTo>
                    <a:pt x="0" y="0"/>
                  </a:lnTo>
                  <a:lnTo>
                    <a:pt x="286663" y="285926"/>
                  </a:lnTo>
                  <a:lnTo>
                    <a:pt x="286663" y="275779"/>
                  </a:lnTo>
                  <a:lnTo>
                    <a:pt x="10173" y="0"/>
                  </a:lnTo>
                  <a:close/>
                </a:path>
              </a:pathLst>
            </a:custGeom>
            <a:solidFill>
              <a:srgbClr val="FF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411849" y="1447800"/>
              <a:ext cx="276860" cy="276225"/>
            </a:xfrm>
            <a:custGeom>
              <a:avLst/>
              <a:gdLst/>
              <a:ahLst/>
              <a:cxnLst/>
              <a:rect l="l" t="t" r="r" b="b"/>
              <a:pathLst>
                <a:path w="276859" h="276225">
                  <a:moveTo>
                    <a:pt x="9790" y="0"/>
                  </a:moveTo>
                  <a:lnTo>
                    <a:pt x="0" y="0"/>
                  </a:lnTo>
                  <a:lnTo>
                    <a:pt x="276490" y="275779"/>
                  </a:lnTo>
                  <a:lnTo>
                    <a:pt x="276490" y="266700"/>
                  </a:lnTo>
                  <a:lnTo>
                    <a:pt x="9790" y="0"/>
                  </a:lnTo>
                  <a:close/>
                </a:path>
              </a:pathLst>
            </a:custGeom>
            <a:solidFill>
              <a:srgbClr val="FFB4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421640" y="14478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1430" y="0"/>
                  </a:moveTo>
                  <a:lnTo>
                    <a:pt x="0" y="0"/>
                  </a:lnTo>
                  <a:lnTo>
                    <a:pt x="266700" y="266700"/>
                  </a:lnTo>
                  <a:lnTo>
                    <a:pt x="266700" y="255269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FF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433070" y="1447800"/>
              <a:ext cx="255270" cy="255270"/>
            </a:xfrm>
            <a:custGeom>
              <a:avLst/>
              <a:gdLst/>
              <a:ahLst/>
              <a:cxnLst/>
              <a:rect l="l" t="t" r="r" b="b"/>
              <a:pathLst>
                <a:path w="255270" h="255269">
                  <a:moveTo>
                    <a:pt x="10159" y="0"/>
                  </a:moveTo>
                  <a:lnTo>
                    <a:pt x="0" y="0"/>
                  </a:lnTo>
                  <a:lnTo>
                    <a:pt x="255269" y="255269"/>
                  </a:lnTo>
                  <a:lnTo>
                    <a:pt x="255269" y="245110"/>
                  </a:lnTo>
                  <a:lnTo>
                    <a:pt x="10159" y="0"/>
                  </a:lnTo>
                  <a:close/>
                </a:path>
              </a:pathLst>
            </a:custGeom>
            <a:solidFill>
              <a:srgbClr val="FF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443229" y="1447800"/>
              <a:ext cx="245110" cy="2451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762000" y="990600"/>
              <a:ext cx="31750" cy="1051560"/>
            </a:xfrm>
            <a:custGeom>
              <a:avLst/>
              <a:gdLst/>
              <a:ahLst/>
              <a:cxnLst/>
              <a:rect l="l" t="t" r="r" b="b"/>
              <a:pathLst>
                <a:path w="31750" h="1051560">
                  <a:moveTo>
                    <a:pt x="31750" y="0"/>
                  </a:moveTo>
                  <a:lnTo>
                    <a:pt x="0" y="0"/>
                  </a:lnTo>
                  <a:lnTo>
                    <a:pt x="0" y="1051560"/>
                  </a:lnTo>
                  <a:lnTo>
                    <a:pt x="31750" y="1051560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441960" y="1779269"/>
              <a:ext cx="72390" cy="34290"/>
            </a:xfrm>
            <a:custGeom>
              <a:avLst/>
              <a:gdLst/>
              <a:ahLst/>
              <a:cxnLst/>
              <a:rect l="l" t="t" r="r" b="b"/>
              <a:pathLst>
                <a:path w="72390" h="34289">
                  <a:moveTo>
                    <a:pt x="72390" y="0"/>
                  </a:moveTo>
                  <a:lnTo>
                    <a:pt x="3556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5560" y="34290"/>
                  </a:lnTo>
                  <a:lnTo>
                    <a:pt x="72390" y="3429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51435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54990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58674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62230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65913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69469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73151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76835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80390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84074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87630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91313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94868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98551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F0F0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102108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105791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109346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113030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116586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120268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123951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127508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131191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7E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134746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138430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141986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45668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3E3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49351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52908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E1E1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56591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60146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63703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67386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71068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CDC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74625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BDB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78307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81863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85547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89102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92786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96468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200025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4D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03707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D3D3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207263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2D2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210947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214502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D0D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218186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21742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E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25425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289810" y="1779269"/>
              <a:ext cx="72390" cy="34290"/>
            </a:xfrm>
            <a:custGeom>
              <a:avLst/>
              <a:gdLst/>
              <a:ahLst/>
              <a:cxnLst/>
              <a:rect l="l" t="t" r="r" b="b"/>
              <a:pathLst>
                <a:path w="72389" h="34289">
                  <a:moveTo>
                    <a:pt x="72390" y="0"/>
                  </a:moveTo>
                  <a:lnTo>
                    <a:pt x="3683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6830" y="34290"/>
                  </a:lnTo>
                  <a:lnTo>
                    <a:pt x="72390" y="3429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36220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ACA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399029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43586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C8C8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247142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2508250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254381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C5C5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2580639" y="1779269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C4C4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2616200" y="1779269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6" name="object 216"/>
          <p:cNvGrpSpPr/>
          <p:nvPr/>
        </p:nvGrpSpPr>
        <p:grpSpPr>
          <a:xfrm>
            <a:off x="541019" y="1098550"/>
            <a:ext cx="426720" cy="896619"/>
            <a:chOff x="541019" y="1098550"/>
            <a:chExt cx="426720" cy="896619"/>
          </a:xfrm>
        </p:grpSpPr>
        <p:sp>
          <p:nvSpPr>
            <p:cNvPr id="217" name="object 217"/>
            <p:cNvSpPr/>
            <p:nvPr/>
          </p:nvSpPr>
          <p:spPr>
            <a:xfrm>
              <a:off x="90931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F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91693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E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924559" y="1098550"/>
              <a:ext cx="6350" cy="422909"/>
            </a:xfrm>
            <a:custGeom>
              <a:avLst/>
              <a:gdLst/>
              <a:ahLst/>
              <a:cxnLst/>
              <a:rect l="l" t="t" r="r" b="b"/>
              <a:pathLst>
                <a:path w="6350" h="422909">
                  <a:moveTo>
                    <a:pt x="0" y="422910"/>
                  </a:moveTo>
                  <a:lnTo>
                    <a:pt x="6350" y="422910"/>
                  </a:lnTo>
                  <a:lnTo>
                    <a:pt x="635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93090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C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93852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B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94614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19" y="422910"/>
                  </a:lnTo>
                  <a:lnTo>
                    <a:pt x="7619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A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953769" y="1098550"/>
              <a:ext cx="7620" cy="422909"/>
            </a:xfrm>
            <a:custGeom>
              <a:avLst/>
              <a:gdLst/>
              <a:ahLst/>
              <a:cxnLst/>
              <a:rect l="l" t="t" r="r" b="b"/>
              <a:pathLst>
                <a:path w="7619" h="422909">
                  <a:moveTo>
                    <a:pt x="0" y="422910"/>
                  </a:moveTo>
                  <a:lnTo>
                    <a:pt x="7620" y="422910"/>
                  </a:lnTo>
                  <a:lnTo>
                    <a:pt x="7620" y="0"/>
                  </a:lnTo>
                  <a:lnTo>
                    <a:pt x="0" y="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FFE9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961390" y="1098549"/>
              <a:ext cx="6350" cy="474980"/>
            </a:xfrm>
            <a:custGeom>
              <a:avLst/>
              <a:gdLst/>
              <a:ahLst/>
              <a:cxnLst/>
              <a:rect l="l" t="t" r="r" b="b"/>
              <a:pathLst>
                <a:path w="6350" h="474980">
                  <a:moveTo>
                    <a:pt x="635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0" y="474980"/>
                  </a:lnTo>
                  <a:lnTo>
                    <a:pt x="6350" y="474980"/>
                  </a:lnTo>
                  <a:lnTo>
                    <a:pt x="6350" y="422910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E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541019" y="1521459"/>
              <a:ext cx="422909" cy="473709"/>
            </a:xfrm>
            <a:custGeom>
              <a:avLst/>
              <a:gdLst/>
              <a:ahLst/>
              <a:cxnLst/>
              <a:rect l="l" t="t" r="r" b="b"/>
              <a:pathLst>
                <a:path w="422909" h="473710">
                  <a:moveTo>
                    <a:pt x="422910" y="0"/>
                  </a:moveTo>
                  <a:lnTo>
                    <a:pt x="0" y="0"/>
                  </a:lnTo>
                  <a:lnTo>
                    <a:pt x="0" y="473710"/>
                  </a:lnTo>
                  <a:lnTo>
                    <a:pt x="422910" y="47371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6" name="object 226"/>
          <p:cNvGrpSpPr/>
          <p:nvPr/>
        </p:nvGrpSpPr>
        <p:grpSpPr>
          <a:xfrm>
            <a:off x="2653029" y="1779270"/>
            <a:ext cx="6015990" cy="34290"/>
            <a:chOff x="2653029" y="1779270"/>
            <a:chExt cx="6015990" cy="34290"/>
          </a:xfrm>
        </p:grpSpPr>
        <p:sp>
          <p:nvSpPr>
            <p:cNvPr id="227" name="object 227"/>
            <p:cNvSpPr/>
            <p:nvPr/>
          </p:nvSpPr>
          <p:spPr>
            <a:xfrm>
              <a:off x="26530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26885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27254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27609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27978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28333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DBD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287019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29057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35"/>
            <p:cNvSpPr/>
            <p:nvPr/>
          </p:nvSpPr>
          <p:spPr>
            <a:xfrm>
              <a:off x="29425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36"/>
            <p:cNvSpPr/>
            <p:nvPr/>
          </p:nvSpPr>
          <p:spPr>
            <a:xfrm>
              <a:off x="297814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9B9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30149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30505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39"/>
            <p:cNvSpPr/>
            <p:nvPr/>
          </p:nvSpPr>
          <p:spPr>
            <a:xfrm>
              <a:off x="30873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6B6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0"/>
            <p:cNvSpPr/>
            <p:nvPr/>
          </p:nvSpPr>
          <p:spPr>
            <a:xfrm>
              <a:off x="312419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1"/>
            <p:cNvSpPr/>
            <p:nvPr/>
          </p:nvSpPr>
          <p:spPr>
            <a:xfrm>
              <a:off x="31597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30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31965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23214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B2B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32689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45"/>
            <p:cNvSpPr/>
            <p:nvPr/>
          </p:nvSpPr>
          <p:spPr>
            <a:xfrm>
              <a:off x="33045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B0B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46"/>
            <p:cNvSpPr/>
            <p:nvPr/>
          </p:nvSpPr>
          <p:spPr>
            <a:xfrm>
              <a:off x="33413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AFAF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3769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AEAE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34137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34493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0"/>
            <p:cNvSpPr/>
            <p:nvPr/>
          </p:nvSpPr>
          <p:spPr>
            <a:xfrm>
              <a:off x="348614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1"/>
            <p:cNvSpPr/>
            <p:nvPr/>
          </p:nvSpPr>
          <p:spPr>
            <a:xfrm>
              <a:off x="35217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5585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A9A9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5953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6309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A7A7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5" name="object 255"/>
            <p:cNvSpPr/>
            <p:nvPr/>
          </p:nvSpPr>
          <p:spPr>
            <a:xfrm>
              <a:off x="36677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6" name="object 256"/>
            <p:cNvSpPr/>
            <p:nvPr/>
          </p:nvSpPr>
          <p:spPr>
            <a:xfrm>
              <a:off x="37033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74014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7757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A3A3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8125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0" name="object 260"/>
            <p:cNvSpPr/>
            <p:nvPr/>
          </p:nvSpPr>
          <p:spPr>
            <a:xfrm>
              <a:off x="38493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A1A1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1" name="object 261"/>
            <p:cNvSpPr/>
            <p:nvPr/>
          </p:nvSpPr>
          <p:spPr>
            <a:xfrm>
              <a:off x="38849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39204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39573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9928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D9D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65"/>
            <p:cNvSpPr/>
            <p:nvPr/>
          </p:nvSpPr>
          <p:spPr>
            <a:xfrm>
              <a:off x="40297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9C9C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66"/>
            <p:cNvSpPr/>
            <p:nvPr/>
          </p:nvSpPr>
          <p:spPr>
            <a:xfrm>
              <a:off x="40665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410209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9A9A9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41389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41744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898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0"/>
            <p:cNvSpPr/>
            <p:nvPr/>
          </p:nvSpPr>
          <p:spPr>
            <a:xfrm>
              <a:off x="42113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9797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1"/>
            <p:cNvSpPr/>
            <p:nvPr/>
          </p:nvSpPr>
          <p:spPr>
            <a:xfrm>
              <a:off x="42468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2"/>
            <p:cNvSpPr/>
            <p:nvPr/>
          </p:nvSpPr>
          <p:spPr>
            <a:xfrm>
              <a:off x="42837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9595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43205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9494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3561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9393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43929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44284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44653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5008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5377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E8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45732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D8D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46101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C8C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46456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B8B8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46824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A8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47180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98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47548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47904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48272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686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48641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5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48996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484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49364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383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49720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8282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2"/>
            <p:cNvSpPr/>
            <p:nvPr/>
          </p:nvSpPr>
          <p:spPr>
            <a:xfrm>
              <a:off x="50088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8181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3"/>
            <p:cNvSpPr/>
            <p:nvPr/>
          </p:nvSpPr>
          <p:spPr>
            <a:xfrm>
              <a:off x="50444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294"/>
            <p:cNvSpPr/>
            <p:nvPr/>
          </p:nvSpPr>
          <p:spPr>
            <a:xfrm>
              <a:off x="50812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295"/>
            <p:cNvSpPr/>
            <p:nvPr/>
          </p:nvSpPr>
          <p:spPr>
            <a:xfrm>
              <a:off x="51168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296"/>
            <p:cNvSpPr/>
            <p:nvPr/>
          </p:nvSpPr>
          <p:spPr>
            <a:xfrm>
              <a:off x="51536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51892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52260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B7B7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52616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7A7A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52984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53352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7878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2"/>
            <p:cNvSpPr/>
            <p:nvPr/>
          </p:nvSpPr>
          <p:spPr>
            <a:xfrm>
              <a:off x="53708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54076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676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54432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7575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54800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474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55156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07"/>
            <p:cNvSpPr/>
            <p:nvPr/>
          </p:nvSpPr>
          <p:spPr>
            <a:xfrm>
              <a:off x="55524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55892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7171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56248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70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56603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56972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6E6E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2"/>
            <p:cNvSpPr/>
            <p:nvPr/>
          </p:nvSpPr>
          <p:spPr>
            <a:xfrm>
              <a:off x="57327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D6D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57696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58064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58420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6A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58788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17"/>
            <p:cNvSpPr/>
            <p:nvPr/>
          </p:nvSpPr>
          <p:spPr>
            <a:xfrm>
              <a:off x="59143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59512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676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5986780" y="1779269"/>
              <a:ext cx="73660" cy="34290"/>
            </a:xfrm>
            <a:custGeom>
              <a:avLst/>
              <a:gdLst/>
              <a:ahLst/>
              <a:cxnLst/>
              <a:rect l="l" t="t" r="r" b="b"/>
              <a:pathLst>
                <a:path w="73660" h="34289">
                  <a:moveTo>
                    <a:pt x="73660" y="0"/>
                  </a:moveTo>
                  <a:lnTo>
                    <a:pt x="3683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6830" y="34290"/>
                  </a:lnTo>
                  <a:lnTo>
                    <a:pt x="73660" y="34290"/>
                  </a:lnTo>
                  <a:lnTo>
                    <a:pt x="7366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60604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60960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2"/>
            <p:cNvSpPr/>
            <p:nvPr/>
          </p:nvSpPr>
          <p:spPr>
            <a:xfrm>
              <a:off x="61328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61683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16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62052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62407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62776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27"/>
            <p:cNvSpPr/>
            <p:nvPr/>
          </p:nvSpPr>
          <p:spPr>
            <a:xfrm>
              <a:off x="63131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D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63500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63855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64223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6457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2"/>
            <p:cNvSpPr/>
            <p:nvPr/>
          </p:nvSpPr>
          <p:spPr>
            <a:xfrm>
              <a:off x="64947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65316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65671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66040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66395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37"/>
            <p:cNvSpPr/>
            <p:nvPr/>
          </p:nvSpPr>
          <p:spPr>
            <a:xfrm>
              <a:off x="66763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38"/>
            <p:cNvSpPr/>
            <p:nvPr/>
          </p:nvSpPr>
          <p:spPr>
            <a:xfrm>
              <a:off x="6711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67487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67843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0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682117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F4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68567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68935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6929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6965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70027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70383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707517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49"/>
            <p:cNvSpPr/>
            <p:nvPr/>
          </p:nvSpPr>
          <p:spPr>
            <a:xfrm>
              <a:off x="71107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0"/>
            <p:cNvSpPr/>
            <p:nvPr/>
          </p:nvSpPr>
          <p:spPr>
            <a:xfrm>
              <a:off x="71475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1"/>
            <p:cNvSpPr/>
            <p:nvPr/>
          </p:nvSpPr>
          <p:spPr>
            <a:xfrm>
              <a:off x="7183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545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7219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72567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7292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73279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14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73647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7400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7437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74739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0"/>
            <p:cNvSpPr/>
            <p:nvPr/>
          </p:nvSpPr>
          <p:spPr>
            <a:xfrm>
              <a:off x="75095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7546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B3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75819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76187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39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7654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65"/>
            <p:cNvSpPr/>
            <p:nvPr/>
          </p:nvSpPr>
          <p:spPr>
            <a:xfrm>
              <a:off x="7691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73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77279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776350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7800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7835900" y="1779269"/>
              <a:ext cx="72390" cy="34290"/>
            </a:xfrm>
            <a:custGeom>
              <a:avLst/>
              <a:gdLst/>
              <a:ahLst/>
              <a:cxnLst/>
              <a:rect l="l" t="t" r="r" b="b"/>
              <a:pathLst>
                <a:path w="72390" h="34289">
                  <a:moveTo>
                    <a:pt x="72390" y="0"/>
                  </a:moveTo>
                  <a:lnTo>
                    <a:pt x="3683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6830" y="34290"/>
                  </a:lnTo>
                  <a:lnTo>
                    <a:pt x="72390" y="3429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0"/>
            <p:cNvSpPr/>
            <p:nvPr/>
          </p:nvSpPr>
          <p:spPr>
            <a:xfrm>
              <a:off x="7908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79451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03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79806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80175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80530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D2D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75"/>
            <p:cNvSpPr/>
            <p:nvPr/>
          </p:nvSpPr>
          <p:spPr>
            <a:xfrm>
              <a:off x="80899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81254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2B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8162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81991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82346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0"/>
            <p:cNvSpPr/>
            <p:nvPr/>
          </p:nvSpPr>
          <p:spPr>
            <a:xfrm>
              <a:off x="82715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83070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83439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83794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84162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85"/>
            <p:cNvSpPr/>
            <p:nvPr/>
          </p:nvSpPr>
          <p:spPr>
            <a:xfrm>
              <a:off x="84518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84886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85242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856107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85966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0"/>
            <p:cNvSpPr/>
            <p:nvPr/>
          </p:nvSpPr>
          <p:spPr>
            <a:xfrm>
              <a:off x="863345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1D1D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1" name="object 391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17329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</a:t>
            </a:r>
            <a:r>
              <a:rPr dirty="0"/>
              <a:t>h</a:t>
            </a:r>
            <a:r>
              <a:rPr spc="5" dirty="0"/>
              <a:t>as</a:t>
            </a:r>
            <a:r>
              <a:rPr spc="-10" dirty="0"/>
              <a:t>e</a:t>
            </a:r>
            <a:r>
              <a:rPr dirty="0"/>
              <a:t>s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457200" y="2057400"/>
            <a:ext cx="81534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In a basic computer, each instruction cycle consists of the following phases:</a:t>
            </a:r>
          </a:p>
          <a:p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Fetch instruction from memory.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Decode the instruction.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Read the effective address from memory.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Execute the instruction.</a:t>
            </a:r>
            <a:endParaRPr lang="en-US" sz="3200" b="1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struction Cyc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838200"/>
            <a:ext cx="6550025" cy="54657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2759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Fetch</a:t>
            </a:r>
            <a:r>
              <a:rPr spc="-50" dirty="0"/>
              <a:t> </a:t>
            </a:r>
            <a:r>
              <a:rPr spc="-5" dirty="0"/>
              <a:t>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110" y="2134869"/>
            <a:ext cx="2076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3549" y="2051050"/>
            <a:ext cx="8216900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3160" marR="30734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phase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sequence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counter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is 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initialized </a:t>
            </a:r>
            <a:r>
              <a:rPr sz="3600" spc="-10"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z="36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0.</a:t>
            </a:r>
          </a:p>
          <a:p>
            <a:pPr marL="1153160" marR="5080">
              <a:lnSpc>
                <a:spcPct val="100000"/>
              </a:lnSpc>
              <a:spcBef>
                <a:spcPts val="800"/>
              </a:spcBef>
            </a:pPr>
            <a:r>
              <a:rPr sz="3600" dirty="0">
                <a:latin typeface="Times New Roman" pitchFamily="18" charset="0"/>
                <a:cs typeface="Times New Roman" pitchFamily="18" charset="0"/>
              </a:rPr>
              <a:t>The address of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first instruction from PC  is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loaded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into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address register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during  the first clock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 cycle.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61110" y="3210560"/>
            <a:ext cx="2076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9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1739" y="961390"/>
            <a:ext cx="27590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Fetch</a:t>
            </a:r>
            <a:r>
              <a:rPr spc="-50" dirty="0"/>
              <a:t> </a:t>
            </a:r>
            <a:r>
              <a:rPr spc="-5" dirty="0"/>
              <a:t>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3437" y="2738437"/>
            <a:ext cx="4276725" cy="2828925"/>
            <a:chOff x="833437" y="2738437"/>
            <a:chExt cx="4276725" cy="2828925"/>
          </a:xfrm>
        </p:grpSpPr>
        <p:sp>
          <p:nvSpPr>
            <p:cNvPr id="4" name="object 4"/>
            <p:cNvSpPr/>
            <p:nvPr/>
          </p:nvSpPr>
          <p:spPr>
            <a:xfrm>
              <a:off x="838200" y="2743200"/>
              <a:ext cx="4267200" cy="2819400"/>
            </a:xfrm>
            <a:custGeom>
              <a:avLst/>
              <a:gdLst/>
              <a:ahLst/>
              <a:cxnLst/>
              <a:rect l="l" t="t" r="r" b="b"/>
              <a:pathLst>
                <a:path w="4267200" h="2819400">
                  <a:moveTo>
                    <a:pt x="4267200" y="0"/>
                  </a:moveTo>
                  <a:lnTo>
                    <a:pt x="0" y="0"/>
                  </a:lnTo>
                  <a:lnTo>
                    <a:pt x="0" y="2819400"/>
                  </a:lnTo>
                  <a:lnTo>
                    <a:pt x="4267200" y="281940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2743200"/>
              <a:ext cx="4267200" cy="2819400"/>
            </a:xfrm>
            <a:custGeom>
              <a:avLst/>
              <a:gdLst/>
              <a:ahLst/>
              <a:cxnLst/>
              <a:rect l="l" t="t" r="r" b="b"/>
              <a:pathLst>
                <a:path w="4267200" h="2819400">
                  <a:moveTo>
                    <a:pt x="2133600" y="2819400"/>
                  </a:moveTo>
                  <a:lnTo>
                    <a:pt x="0" y="2819400"/>
                  </a:lnTo>
                  <a:lnTo>
                    <a:pt x="0" y="0"/>
                  </a:lnTo>
                  <a:lnTo>
                    <a:pt x="4267200" y="0"/>
                  </a:lnTo>
                  <a:lnTo>
                    <a:pt x="4267200" y="2819400"/>
                  </a:lnTo>
                  <a:lnTo>
                    <a:pt x="2133600" y="28194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52600" y="3200400"/>
            <a:ext cx="1676400" cy="381000"/>
          </a:xfrm>
          <a:prstGeom prst="rect">
            <a:avLst/>
          </a:prstGeom>
          <a:solidFill>
            <a:srgbClr val="FFFFFF"/>
          </a:solidFill>
          <a:ln w="9344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800" spc="-5" dirty="0">
                <a:latin typeface="Tahoma"/>
                <a:cs typeface="Tahoma"/>
              </a:rPr>
              <a:t>0002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90637" y="3729037"/>
            <a:ext cx="2219325" cy="1381125"/>
            <a:chOff x="1290637" y="3729037"/>
            <a:chExt cx="2219325" cy="1381125"/>
          </a:xfrm>
        </p:grpSpPr>
        <p:sp>
          <p:nvSpPr>
            <p:cNvPr id="8" name="object 8"/>
            <p:cNvSpPr/>
            <p:nvPr/>
          </p:nvSpPr>
          <p:spPr>
            <a:xfrm>
              <a:off x="1752600" y="37338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1676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676400" y="381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2600" y="37338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1676400" y="0"/>
                  </a:lnTo>
                  <a:lnTo>
                    <a:pt x="1676400" y="381000"/>
                  </a:lnTo>
                  <a:lnTo>
                    <a:pt x="838200" y="3810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954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954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4953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609600"/>
                  </a:lnTo>
                  <a:lnTo>
                    <a:pt x="495300" y="6096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146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146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4953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609600"/>
                  </a:lnTo>
                  <a:lnTo>
                    <a:pt x="495300" y="6096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33800" y="4495800"/>
            <a:ext cx="1016000" cy="609600"/>
          </a:xfrm>
          <a:prstGeom prst="rect">
            <a:avLst/>
          </a:prstGeom>
          <a:solidFill>
            <a:srgbClr val="FFFFFF"/>
          </a:solidFill>
          <a:ln w="9344">
            <a:solidFill>
              <a:srgbClr val="000000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20"/>
              </a:spcBef>
            </a:pPr>
            <a:r>
              <a:rPr sz="1800" spc="-5" dirty="0">
                <a:latin typeface="Tahoma"/>
                <a:cs typeface="Tahoma"/>
              </a:rPr>
              <a:t>Mov AC,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59180" y="3314700"/>
            <a:ext cx="5417820" cy="1490980"/>
          </a:xfrm>
          <a:custGeom>
            <a:avLst/>
            <a:gdLst/>
            <a:ahLst/>
            <a:cxnLst/>
            <a:rect l="l" t="t" r="r" b="b"/>
            <a:pathLst>
              <a:path w="5417820" h="1490979">
                <a:moveTo>
                  <a:pt x="693420" y="571500"/>
                </a:moveTo>
                <a:lnTo>
                  <a:pt x="617220" y="533400"/>
                </a:lnTo>
                <a:lnTo>
                  <a:pt x="617220" y="609600"/>
                </a:lnTo>
                <a:lnTo>
                  <a:pt x="693420" y="571500"/>
                </a:lnTo>
                <a:close/>
              </a:path>
              <a:path w="5417820" h="1490979">
                <a:moveTo>
                  <a:pt x="693420" y="76200"/>
                </a:moveTo>
                <a:lnTo>
                  <a:pt x="617220" y="38100"/>
                </a:lnTo>
                <a:lnTo>
                  <a:pt x="617220" y="71120"/>
                </a:lnTo>
                <a:lnTo>
                  <a:pt x="5080" y="71120"/>
                </a:lnTo>
                <a:lnTo>
                  <a:pt x="0" y="71120"/>
                </a:lnTo>
                <a:lnTo>
                  <a:pt x="0" y="76200"/>
                </a:lnTo>
                <a:lnTo>
                  <a:pt x="0" y="1485900"/>
                </a:lnTo>
                <a:lnTo>
                  <a:pt x="0" y="1490980"/>
                </a:lnTo>
                <a:lnTo>
                  <a:pt x="5080" y="1490980"/>
                </a:lnTo>
                <a:lnTo>
                  <a:pt x="236220" y="1490980"/>
                </a:lnTo>
                <a:lnTo>
                  <a:pt x="236220" y="1480820"/>
                </a:lnTo>
                <a:lnTo>
                  <a:pt x="8890" y="1480820"/>
                </a:lnTo>
                <a:lnTo>
                  <a:pt x="8890" y="81280"/>
                </a:lnTo>
                <a:lnTo>
                  <a:pt x="617220" y="81280"/>
                </a:lnTo>
                <a:lnTo>
                  <a:pt x="617220" y="114300"/>
                </a:lnTo>
                <a:lnTo>
                  <a:pt x="693420" y="76200"/>
                </a:lnTo>
                <a:close/>
              </a:path>
              <a:path w="5417820" h="1490979">
                <a:moveTo>
                  <a:pt x="1455420" y="1404620"/>
                </a:moveTo>
                <a:lnTo>
                  <a:pt x="1301750" y="1404620"/>
                </a:lnTo>
                <a:lnTo>
                  <a:pt x="1301750" y="1371600"/>
                </a:lnTo>
                <a:lnTo>
                  <a:pt x="1226820" y="1409700"/>
                </a:lnTo>
                <a:lnTo>
                  <a:pt x="1301750" y="1447800"/>
                </a:lnTo>
                <a:lnTo>
                  <a:pt x="1301750" y="1414780"/>
                </a:lnTo>
                <a:lnTo>
                  <a:pt x="1455420" y="1414780"/>
                </a:lnTo>
                <a:lnTo>
                  <a:pt x="1455420" y="1404620"/>
                </a:lnTo>
                <a:close/>
              </a:path>
              <a:path w="5417820" h="1490979">
                <a:moveTo>
                  <a:pt x="2674620" y="1404620"/>
                </a:moveTo>
                <a:lnTo>
                  <a:pt x="2520950" y="1404620"/>
                </a:lnTo>
                <a:lnTo>
                  <a:pt x="2520950" y="1371600"/>
                </a:lnTo>
                <a:lnTo>
                  <a:pt x="2446020" y="1409700"/>
                </a:lnTo>
                <a:lnTo>
                  <a:pt x="2520950" y="1447800"/>
                </a:lnTo>
                <a:lnTo>
                  <a:pt x="2520950" y="1414780"/>
                </a:lnTo>
                <a:lnTo>
                  <a:pt x="2674620" y="1414780"/>
                </a:lnTo>
                <a:lnTo>
                  <a:pt x="2674620" y="1404620"/>
                </a:lnTo>
                <a:close/>
              </a:path>
              <a:path w="5417820" h="1490979">
                <a:moveTo>
                  <a:pt x="5417820" y="38100"/>
                </a:moveTo>
                <a:lnTo>
                  <a:pt x="5342890" y="0"/>
                </a:lnTo>
                <a:lnTo>
                  <a:pt x="5342890" y="33020"/>
                </a:lnTo>
                <a:lnTo>
                  <a:pt x="2369820" y="33020"/>
                </a:lnTo>
                <a:lnTo>
                  <a:pt x="2369820" y="43180"/>
                </a:lnTo>
                <a:lnTo>
                  <a:pt x="4577029" y="43180"/>
                </a:lnTo>
                <a:lnTo>
                  <a:pt x="4541520" y="113030"/>
                </a:lnTo>
                <a:lnTo>
                  <a:pt x="4574540" y="113030"/>
                </a:lnTo>
                <a:lnTo>
                  <a:pt x="4574540" y="1404620"/>
                </a:lnTo>
                <a:lnTo>
                  <a:pt x="3740150" y="1404620"/>
                </a:lnTo>
                <a:lnTo>
                  <a:pt x="3740150" y="1371600"/>
                </a:lnTo>
                <a:lnTo>
                  <a:pt x="3665220" y="1409700"/>
                </a:lnTo>
                <a:lnTo>
                  <a:pt x="3740150" y="1447800"/>
                </a:lnTo>
                <a:lnTo>
                  <a:pt x="3740150" y="1414780"/>
                </a:lnTo>
                <a:lnTo>
                  <a:pt x="4579620" y="1414780"/>
                </a:lnTo>
                <a:lnTo>
                  <a:pt x="4579620" y="1409700"/>
                </a:lnTo>
                <a:lnTo>
                  <a:pt x="4584700" y="1409700"/>
                </a:lnTo>
                <a:lnTo>
                  <a:pt x="4584700" y="113030"/>
                </a:lnTo>
                <a:lnTo>
                  <a:pt x="4617720" y="113030"/>
                </a:lnTo>
                <a:lnTo>
                  <a:pt x="4582198" y="43180"/>
                </a:lnTo>
                <a:lnTo>
                  <a:pt x="5342890" y="43180"/>
                </a:lnTo>
                <a:lnTo>
                  <a:pt x="5342890" y="76200"/>
                </a:lnTo>
                <a:lnTo>
                  <a:pt x="541782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6472327" y="2433727"/>
          <a:ext cx="1905000" cy="327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Mov AC,</a:t>
                      </a:r>
                      <a:r>
                        <a:rPr sz="1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8521700" y="2354580"/>
            <a:ext cx="541655" cy="163703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800" spc="-5" dirty="0">
                <a:latin typeface="Tahoma"/>
                <a:cs typeface="Tahoma"/>
              </a:rPr>
              <a:t>0000</a:t>
            </a:r>
            <a:endParaRPr sz="18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Tahoma"/>
                <a:cs typeface="Tahoma"/>
              </a:rPr>
              <a:t>0</a:t>
            </a:r>
            <a:r>
              <a:rPr sz="1800" spc="5" dirty="0">
                <a:latin typeface="Tahoma"/>
                <a:cs typeface="Tahoma"/>
              </a:rPr>
              <a:t>0</a:t>
            </a:r>
            <a:r>
              <a:rPr sz="1800" spc="-5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spc="-5" dirty="0">
                <a:latin typeface="Tahoma"/>
                <a:cs typeface="Tahoma"/>
              </a:rPr>
              <a:t>0002</a:t>
            </a:r>
            <a:endParaRPr sz="18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590"/>
              </a:spcBef>
            </a:pPr>
            <a:r>
              <a:rPr sz="1800" spc="-5" dirty="0">
                <a:latin typeface="Tahoma"/>
                <a:cs typeface="Tahoma"/>
              </a:rPr>
              <a:t>0</a:t>
            </a:r>
            <a:r>
              <a:rPr sz="1800" spc="5" dirty="0">
                <a:latin typeface="Tahoma"/>
                <a:cs typeface="Tahoma"/>
              </a:rPr>
              <a:t>0</a:t>
            </a:r>
            <a:r>
              <a:rPr sz="1800" spc="-5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19829" y="5095240"/>
            <a:ext cx="2527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92070" y="5063490"/>
            <a:ext cx="777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e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800" spc="-10" dirty="0">
                <a:latin typeface="Tahoma"/>
                <a:cs typeface="Tahoma"/>
              </a:rPr>
              <a:t>o</a:t>
            </a:r>
            <a:r>
              <a:rPr sz="1800" dirty="0">
                <a:latin typeface="Tahoma"/>
                <a:cs typeface="Tahoma"/>
              </a:rPr>
              <a:t>de  </a:t>
            </a:r>
            <a:r>
              <a:rPr sz="1800" spc="-5" dirty="0">
                <a:latin typeface="Tahoma"/>
                <a:cs typeface="Tahoma"/>
              </a:rPr>
              <a:t>unit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2700" y="5019040"/>
            <a:ext cx="816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Ex</a:t>
            </a:r>
            <a:r>
              <a:rPr sz="1800" spc="-10" dirty="0">
                <a:latin typeface="Tahoma"/>
                <a:cs typeface="Tahoma"/>
              </a:rPr>
              <a:t>e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800" spc="5" dirty="0">
                <a:latin typeface="Tahoma"/>
                <a:cs typeface="Tahoma"/>
              </a:rPr>
              <a:t>u</a:t>
            </a:r>
            <a:r>
              <a:rPr sz="1800" spc="-5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2700" y="5293359"/>
            <a:ext cx="409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u</a:t>
            </a:r>
            <a:r>
              <a:rPr sz="1800" spc="-10" dirty="0">
                <a:latin typeface="Tahoma"/>
                <a:cs typeface="Tahoma"/>
              </a:rPr>
              <a:t>n</a:t>
            </a:r>
            <a:r>
              <a:rPr sz="1800" spc="-5" dirty="0">
                <a:latin typeface="Tahoma"/>
                <a:cs typeface="Tahoma"/>
              </a:rPr>
              <a:t>it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41730" y="3037840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4100" y="3571240"/>
            <a:ext cx="650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690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800" u="sng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AC	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32543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Decode</a:t>
            </a:r>
            <a:r>
              <a:rPr spc="-55" dirty="0"/>
              <a:t> </a:t>
            </a:r>
            <a:r>
              <a:rPr spc="-5" dirty="0"/>
              <a:t>cycle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600" y="2051050"/>
            <a:ext cx="7780655" cy="288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18210">
              <a:lnSpc>
                <a:spcPct val="100000"/>
              </a:lnSpc>
              <a:spcBef>
                <a:spcPts val="100"/>
              </a:spcBef>
              <a:buFont typeface="Arial" pitchFamily="34" charset="0"/>
              <a:buChar char="•"/>
            </a:pPr>
            <a:r>
              <a:rPr sz="36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instruction is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decoded by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the  instruction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decoder of a</a:t>
            </a:r>
            <a:r>
              <a:rPr sz="36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processor.</a:t>
            </a:r>
            <a:endParaRPr sz="3600">
              <a:latin typeface="Times New Roman" pitchFamily="18" charset="0"/>
              <a:cs typeface="Times New Roman" pitchFamily="18" charset="0"/>
            </a:endParaRPr>
          </a:p>
          <a:p>
            <a:pPr marL="12700" marR="5080">
              <a:lnSpc>
                <a:spcPct val="100000"/>
              </a:lnSpc>
              <a:spcBef>
                <a:spcPts val="800"/>
              </a:spcBef>
              <a:buFont typeface="Arial" pitchFamily="34" charset="0"/>
              <a:buChar char="•"/>
            </a:pPr>
            <a:r>
              <a:rPr sz="3600" spc="-5" dirty="0">
                <a:latin typeface="Times New Roman" pitchFamily="18" charset="0"/>
                <a:cs typeface="Times New Roman" pitchFamily="18" charset="0"/>
              </a:rPr>
              <a:t>All the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bits of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the instruction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under 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execution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stored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IR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are analyzed and 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decode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in third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clock</a:t>
            </a:r>
            <a:r>
              <a:rPr sz="36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cycle.</a:t>
            </a:r>
            <a:endParaRPr sz="36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32543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Decode</a:t>
            </a:r>
            <a:r>
              <a:rPr spc="-55" dirty="0"/>
              <a:t> </a:t>
            </a:r>
            <a:r>
              <a:rPr spc="-5" dirty="0"/>
              <a:t>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3437" y="2738437"/>
            <a:ext cx="4276725" cy="2828925"/>
            <a:chOff x="833437" y="2738437"/>
            <a:chExt cx="4276725" cy="2828925"/>
          </a:xfrm>
        </p:grpSpPr>
        <p:sp>
          <p:nvSpPr>
            <p:cNvPr id="4" name="object 4"/>
            <p:cNvSpPr/>
            <p:nvPr/>
          </p:nvSpPr>
          <p:spPr>
            <a:xfrm>
              <a:off x="838200" y="2743200"/>
              <a:ext cx="4267200" cy="2819400"/>
            </a:xfrm>
            <a:custGeom>
              <a:avLst/>
              <a:gdLst/>
              <a:ahLst/>
              <a:cxnLst/>
              <a:rect l="l" t="t" r="r" b="b"/>
              <a:pathLst>
                <a:path w="4267200" h="2819400">
                  <a:moveTo>
                    <a:pt x="4267200" y="0"/>
                  </a:moveTo>
                  <a:lnTo>
                    <a:pt x="0" y="0"/>
                  </a:lnTo>
                  <a:lnTo>
                    <a:pt x="0" y="2819400"/>
                  </a:lnTo>
                  <a:lnTo>
                    <a:pt x="4267200" y="281940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200" y="2743200"/>
              <a:ext cx="4267200" cy="2819400"/>
            </a:xfrm>
            <a:custGeom>
              <a:avLst/>
              <a:gdLst/>
              <a:ahLst/>
              <a:cxnLst/>
              <a:rect l="l" t="t" r="r" b="b"/>
              <a:pathLst>
                <a:path w="4267200" h="2819400">
                  <a:moveTo>
                    <a:pt x="2133600" y="2819400"/>
                  </a:moveTo>
                  <a:lnTo>
                    <a:pt x="0" y="2819400"/>
                  </a:lnTo>
                  <a:lnTo>
                    <a:pt x="0" y="0"/>
                  </a:lnTo>
                  <a:lnTo>
                    <a:pt x="4267200" y="0"/>
                  </a:lnTo>
                  <a:lnTo>
                    <a:pt x="4267200" y="2819400"/>
                  </a:lnTo>
                  <a:lnTo>
                    <a:pt x="2133600" y="28194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52600" y="3200400"/>
            <a:ext cx="1676400" cy="381000"/>
          </a:xfrm>
          <a:prstGeom prst="rect">
            <a:avLst/>
          </a:prstGeom>
          <a:solidFill>
            <a:srgbClr val="FFFFFF"/>
          </a:solidFill>
          <a:ln w="9344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800" spc="-5" dirty="0">
                <a:latin typeface="Tahoma"/>
                <a:cs typeface="Tahoma"/>
              </a:rPr>
              <a:t>0002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90637" y="3729037"/>
            <a:ext cx="2143125" cy="1381125"/>
            <a:chOff x="1290637" y="3729037"/>
            <a:chExt cx="2143125" cy="1381125"/>
          </a:xfrm>
        </p:grpSpPr>
        <p:sp>
          <p:nvSpPr>
            <p:cNvPr id="8" name="object 8"/>
            <p:cNvSpPr/>
            <p:nvPr/>
          </p:nvSpPr>
          <p:spPr>
            <a:xfrm>
              <a:off x="1752600" y="37338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1676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676400" y="381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2600" y="37338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1676400" y="0"/>
                  </a:lnTo>
                  <a:lnTo>
                    <a:pt x="1676400" y="381000"/>
                  </a:lnTo>
                  <a:lnTo>
                    <a:pt x="838200" y="3810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954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954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4953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609600"/>
                  </a:lnTo>
                  <a:lnTo>
                    <a:pt x="495300" y="6096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14600" y="4495800"/>
            <a:ext cx="990600" cy="609600"/>
          </a:xfrm>
          <a:prstGeom prst="rect">
            <a:avLst/>
          </a:prstGeom>
          <a:solidFill>
            <a:srgbClr val="FFFFFF"/>
          </a:solidFill>
          <a:ln w="9344">
            <a:solidFill>
              <a:srgbClr val="000000"/>
            </a:solidFill>
          </a:ln>
        </p:spPr>
        <p:txBody>
          <a:bodyPr vert="horz" wrap="square" lIns="0" tIns="16764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320"/>
              </a:spcBef>
            </a:pPr>
            <a:r>
              <a:rPr sz="1800" spc="-5" dirty="0">
                <a:latin typeface="Tahoma"/>
                <a:cs typeface="Tahoma"/>
              </a:rPr>
              <a:t>Mov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AC,0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59180" y="3314700"/>
            <a:ext cx="5417820" cy="1795780"/>
            <a:chOff x="1059180" y="3314700"/>
            <a:chExt cx="5417820" cy="1795780"/>
          </a:xfrm>
        </p:grpSpPr>
        <p:sp>
          <p:nvSpPr>
            <p:cNvPr id="14" name="object 14"/>
            <p:cNvSpPr/>
            <p:nvPr/>
          </p:nvSpPr>
          <p:spPr>
            <a:xfrm>
              <a:off x="37338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338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4953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609600"/>
                  </a:lnTo>
                  <a:lnTo>
                    <a:pt x="495300" y="6096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9180" y="3314699"/>
              <a:ext cx="5417820" cy="1490980"/>
            </a:xfrm>
            <a:custGeom>
              <a:avLst/>
              <a:gdLst/>
              <a:ahLst/>
              <a:cxnLst/>
              <a:rect l="l" t="t" r="r" b="b"/>
              <a:pathLst>
                <a:path w="5417820" h="1490979">
                  <a:moveTo>
                    <a:pt x="693420" y="571500"/>
                  </a:moveTo>
                  <a:lnTo>
                    <a:pt x="617220" y="533400"/>
                  </a:lnTo>
                  <a:lnTo>
                    <a:pt x="617220" y="609600"/>
                  </a:lnTo>
                  <a:lnTo>
                    <a:pt x="693420" y="571500"/>
                  </a:lnTo>
                  <a:close/>
                </a:path>
                <a:path w="5417820" h="1490979">
                  <a:moveTo>
                    <a:pt x="693420" y="76200"/>
                  </a:moveTo>
                  <a:lnTo>
                    <a:pt x="617220" y="38100"/>
                  </a:lnTo>
                  <a:lnTo>
                    <a:pt x="617220" y="71120"/>
                  </a:lnTo>
                  <a:lnTo>
                    <a:pt x="5080" y="71120"/>
                  </a:lnTo>
                  <a:lnTo>
                    <a:pt x="0" y="71120"/>
                  </a:lnTo>
                  <a:lnTo>
                    <a:pt x="0" y="76200"/>
                  </a:lnTo>
                  <a:lnTo>
                    <a:pt x="0" y="1485900"/>
                  </a:lnTo>
                  <a:lnTo>
                    <a:pt x="0" y="1490980"/>
                  </a:lnTo>
                  <a:lnTo>
                    <a:pt x="5080" y="1490980"/>
                  </a:lnTo>
                  <a:lnTo>
                    <a:pt x="236220" y="1490980"/>
                  </a:lnTo>
                  <a:lnTo>
                    <a:pt x="236220" y="1480820"/>
                  </a:lnTo>
                  <a:lnTo>
                    <a:pt x="8890" y="1480820"/>
                  </a:lnTo>
                  <a:lnTo>
                    <a:pt x="8890" y="81280"/>
                  </a:lnTo>
                  <a:lnTo>
                    <a:pt x="617220" y="81280"/>
                  </a:lnTo>
                  <a:lnTo>
                    <a:pt x="617220" y="114300"/>
                  </a:lnTo>
                  <a:lnTo>
                    <a:pt x="693420" y="76200"/>
                  </a:lnTo>
                  <a:close/>
                </a:path>
                <a:path w="5417820" h="1490979">
                  <a:moveTo>
                    <a:pt x="1455420" y="1404620"/>
                  </a:moveTo>
                  <a:lnTo>
                    <a:pt x="1301750" y="1404620"/>
                  </a:lnTo>
                  <a:lnTo>
                    <a:pt x="1301750" y="1371600"/>
                  </a:lnTo>
                  <a:lnTo>
                    <a:pt x="1226820" y="1409700"/>
                  </a:lnTo>
                  <a:lnTo>
                    <a:pt x="1301750" y="1447800"/>
                  </a:lnTo>
                  <a:lnTo>
                    <a:pt x="1301750" y="1414780"/>
                  </a:lnTo>
                  <a:lnTo>
                    <a:pt x="1455420" y="1414780"/>
                  </a:lnTo>
                  <a:lnTo>
                    <a:pt x="1455420" y="1404620"/>
                  </a:lnTo>
                  <a:close/>
                </a:path>
                <a:path w="5417820" h="1490979">
                  <a:moveTo>
                    <a:pt x="2674620" y="1404620"/>
                  </a:moveTo>
                  <a:lnTo>
                    <a:pt x="2520950" y="1404620"/>
                  </a:lnTo>
                  <a:lnTo>
                    <a:pt x="2520950" y="1371600"/>
                  </a:lnTo>
                  <a:lnTo>
                    <a:pt x="2446020" y="1409700"/>
                  </a:lnTo>
                  <a:lnTo>
                    <a:pt x="2520950" y="1447800"/>
                  </a:lnTo>
                  <a:lnTo>
                    <a:pt x="2520950" y="1414780"/>
                  </a:lnTo>
                  <a:lnTo>
                    <a:pt x="2674620" y="1414780"/>
                  </a:lnTo>
                  <a:lnTo>
                    <a:pt x="2674620" y="1404620"/>
                  </a:lnTo>
                  <a:close/>
                </a:path>
                <a:path w="5417820" h="1490979">
                  <a:moveTo>
                    <a:pt x="5417820" y="38100"/>
                  </a:moveTo>
                  <a:lnTo>
                    <a:pt x="5342890" y="0"/>
                  </a:lnTo>
                  <a:lnTo>
                    <a:pt x="5342890" y="33020"/>
                  </a:lnTo>
                  <a:lnTo>
                    <a:pt x="2369820" y="33020"/>
                  </a:lnTo>
                  <a:lnTo>
                    <a:pt x="2369820" y="43180"/>
                  </a:lnTo>
                  <a:lnTo>
                    <a:pt x="4577029" y="43180"/>
                  </a:lnTo>
                  <a:lnTo>
                    <a:pt x="4541520" y="113030"/>
                  </a:lnTo>
                  <a:lnTo>
                    <a:pt x="4574540" y="113030"/>
                  </a:lnTo>
                  <a:lnTo>
                    <a:pt x="4574540" y="1404620"/>
                  </a:lnTo>
                  <a:lnTo>
                    <a:pt x="3740150" y="1404620"/>
                  </a:lnTo>
                  <a:lnTo>
                    <a:pt x="3740150" y="1371600"/>
                  </a:lnTo>
                  <a:lnTo>
                    <a:pt x="3665220" y="1409700"/>
                  </a:lnTo>
                  <a:lnTo>
                    <a:pt x="3740150" y="1447800"/>
                  </a:lnTo>
                  <a:lnTo>
                    <a:pt x="3740150" y="1414780"/>
                  </a:lnTo>
                  <a:lnTo>
                    <a:pt x="4579620" y="1414780"/>
                  </a:lnTo>
                  <a:lnTo>
                    <a:pt x="4579620" y="1409700"/>
                  </a:lnTo>
                  <a:lnTo>
                    <a:pt x="4584700" y="1409700"/>
                  </a:lnTo>
                  <a:lnTo>
                    <a:pt x="4584700" y="113030"/>
                  </a:lnTo>
                  <a:lnTo>
                    <a:pt x="4617720" y="113030"/>
                  </a:lnTo>
                  <a:lnTo>
                    <a:pt x="4582198" y="43180"/>
                  </a:lnTo>
                  <a:lnTo>
                    <a:pt x="5342890" y="43180"/>
                  </a:lnTo>
                  <a:lnTo>
                    <a:pt x="5342890" y="76200"/>
                  </a:lnTo>
                  <a:lnTo>
                    <a:pt x="541782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472327" y="2433727"/>
          <a:ext cx="1905000" cy="327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Mov AC,</a:t>
                      </a:r>
                      <a:r>
                        <a:rPr sz="1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18" name="object 18"/>
          <p:cNvSpPr txBox="1"/>
          <p:nvPr/>
        </p:nvSpPr>
        <p:spPr>
          <a:xfrm>
            <a:off x="8521700" y="2354580"/>
            <a:ext cx="541655" cy="163703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800" spc="-5" dirty="0">
                <a:latin typeface="Tahoma"/>
                <a:cs typeface="Tahoma"/>
              </a:rPr>
              <a:t>0000</a:t>
            </a:r>
            <a:endParaRPr sz="18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Tahoma"/>
                <a:cs typeface="Tahoma"/>
              </a:rPr>
              <a:t>0</a:t>
            </a:r>
            <a:r>
              <a:rPr sz="1800" spc="5" dirty="0">
                <a:latin typeface="Tahoma"/>
                <a:cs typeface="Tahoma"/>
              </a:rPr>
              <a:t>0</a:t>
            </a:r>
            <a:r>
              <a:rPr sz="1800" spc="-5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spc="-5" dirty="0">
                <a:latin typeface="Tahoma"/>
                <a:cs typeface="Tahoma"/>
              </a:rPr>
              <a:t>0002</a:t>
            </a:r>
            <a:endParaRPr sz="18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590"/>
              </a:spcBef>
            </a:pPr>
            <a:r>
              <a:rPr sz="1800" spc="-5" dirty="0">
                <a:latin typeface="Tahoma"/>
                <a:cs typeface="Tahoma"/>
              </a:rPr>
              <a:t>0</a:t>
            </a:r>
            <a:r>
              <a:rPr sz="1800" spc="5" dirty="0">
                <a:latin typeface="Tahoma"/>
                <a:cs typeface="Tahoma"/>
              </a:rPr>
              <a:t>0</a:t>
            </a:r>
            <a:r>
              <a:rPr sz="1800" spc="-5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19829" y="5095240"/>
            <a:ext cx="2527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92070" y="5063490"/>
            <a:ext cx="777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e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800" spc="-10" dirty="0">
                <a:latin typeface="Tahoma"/>
                <a:cs typeface="Tahoma"/>
              </a:rPr>
              <a:t>o</a:t>
            </a:r>
            <a:r>
              <a:rPr sz="1800" dirty="0">
                <a:latin typeface="Tahoma"/>
                <a:cs typeface="Tahoma"/>
              </a:rPr>
              <a:t>de  </a:t>
            </a:r>
            <a:r>
              <a:rPr sz="1800" spc="-5" dirty="0">
                <a:latin typeface="Tahoma"/>
                <a:cs typeface="Tahoma"/>
              </a:rPr>
              <a:t>unit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2700" y="5019040"/>
            <a:ext cx="816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Ex</a:t>
            </a:r>
            <a:r>
              <a:rPr sz="1800" spc="-10" dirty="0">
                <a:latin typeface="Tahoma"/>
                <a:cs typeface="Tahoma"/>
              </a:rPr>
              <a:t>e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800" spc="5" dirty="0">
                <a:latin typeface="Tahoma"/>
                <a:cs typeface="Tahoma"/>
              </a:rPr>
              <a:t>u</a:t>
            </a:r>
            <a:r>
              <a:rPr sz="1800" spc="-5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82700" y="5293359"/>
            <a:ext cx="409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u</a:t>
            </a:r>
            <a:r>
              <a:rPr sz="1800" spc="-10" dirty="0">
                <a:latin typeface="Tahoma"/>
                <a:cs typeface="Tahoma"/>
              </a:rPr>
              <a:t>n</a:t>
            </a:r>
            <a:r>
              <a:rPr sz="1800" spc="-5" dirty="0">
                <a:latin typeface="Tahoma"/>
                <a:cs typeface="Tahoma"/>
              </a:rPr>
              <a:t>it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1730" y="3037840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PC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54100" y="3571240"/>
            <a:ext cx="650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690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800" u="sng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u="sng" spc="-5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AC	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33534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Execute</a:t>
            </a:r>
            <a:r>
              <a:rPr spc="-70" dirty="0"/>
              <a:t> </a:t>
            </a:r>
            <a:r>
              <a:rPr spc="-5" dirty="0"/>
              <a:t>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2707639"/>
            <a:ext cx="2076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3549" y="2051050"/>
            <a:ext cx="8216900" cy="2909771"/>
          </a:xfrm>
          <a:prstGeom prst="rect">
            <a:avLst/>
          </a:prstGeom>
        </p:spPr>
        <p:txBody>
          <a:bodyPr vert="horz" wrap="square" lIns="0" tIns="585470" rIns="0" bIns="0" rtlCol="0">
            <a:spAutoFit/>
          </a:bodyPr>
          <a:lstStyle/>
          <a:p>
            <a:pPr marL="732790" marR="508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the last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phase,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processor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execute  the</a:t>
            </a:r>
            <a:r>
              <a:rPr sz="36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instruction.</a:t>
            </a:r>
          </a:p>
          <a:p>
            <a:pPr marL="732790" marR="46990">
              <a:lnSpc>
                <a:spcPct val="100000"/>
              </a:lnSpc>
              <a:spcBef>
                <a:spcPts val="800"/>
              </a:spcBef>
            </a:pPr>
            <a:r>
              <a:rPr sz="3600" spc="-5" dirty="0">
                <a:latin typeface="Times New Roman" pitchFamily="18" charset="0"/>
                <a:cs typeface="Times New Roman" pitchFamily="18" charset="0"/>
              </a:rPr>
              <a:t>This involves setting the contents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the  internal </a:t>
            </a:r>
            <a:r>
              <a:rPr sz="3600" dirty="0">
                <a:latin typeface="Times New Roman" pitchFamily="18" charset="0"/>
                <a:cs typeface="Times New Roman" pitchFamily="18" charset="0"/>
              </a:rPr>
              <a:t>register AC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to constant value</a:t>
            </a:r>
            <a:r>
              <a:rPr sz="36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600" spc="-5" dirty="0">
                <a:latin typeface="Times New Roman" pitchFamily="18" charset="0"/>
                <a:cs typeface="Times New Roman" pitchFamily="18" charset="0"/>
              </a:rPr>
              <a:t>0.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40739" y="3783329"/>
            <a:ext cx="2076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9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335343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Execute</a:t>
            </a:r>
            <a:r>
              <a:rPr spc="-70" dirty="0"/>
              <a:t> </a:t>
            </a:r>
            <a:r>
              <a:rPr spc="-5" dirty="0"/>
              <a:t>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5837" y="2814637"/>
            <a:ext cx="4276725" cy="2828925"/>
            <a:chOff x="985837" y="2814637"/>
            <a:chExt cx="4276725" cy="2828925"/>
          </a:xfrm>
        </p:grpSpPr>
        <p:sp>
          <p:nvSpPr>
            <p:cNvPr id="4" name="object 4"/>
            <p:cNvSpPr/>
            <p:nvPr/>
          </p:nvSpPr>
          <p:spPr>
            <a:xfrm>
              <a:off x="990600" y="2819400"/>
              <a:ext cx="4267200" cy="2819400"/>
            </a:xfrm>
            <a:custGeom>
              <a:avLst/>
              <a:gdLst/>
              <a:ahLst/>
              <a:cxnLst/>
              <a:rect l="l" t="t" r="r" b="b"/>
              <a:pathLst>
                <a:path w="4267200" h="2819400">
                  <a:moveTo>
                    <a:pt x="4267200" y="0"/>
                  </a:moveTo>
                  <a:lnTo>
                    <a:pt x="0" y="0"/>
                  </a:lnTo>
                  <a:lnTo>
                    <a:pt x="0" y="2819400"/>
                  </a:lnTo>
                  <a:lnTo>
                    <a:pt x="4267200" y="281940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90600" y="2819400"/>
              <a:ext cx="4267200" cy="2819400"/>
            </a:xfrm>
            <a:custGeom>
              <a:avLst/>
              <a:gdLst/>
              <a:ahLst/>
              <a:cxnLst/>
              <a:rect l="l" t="t" r="r" b="b"/>
              <a:pathLst>
                <a:path w="4267200" h="2819400">
                  <a:moveTo>
                    <a:pt x="2133600" y="2819400"/>
                  </a:moveTo>
                  <a:lnTo>
                    <a:pt x="0" y="2819400"/>
                  </a:lnTo>
                  <a:lnTo>
                    <a:pt x="0" y="0"/>
                  </a:lnTo>
                  <a:lnTo>
                    <a:pt x="4267200" y="0"/>
                  </a:lnTo>
                  <a:lnTo>
                    <a:pt x="4267200" y="2819400"/>
                  </a:lnTo>
                  <a:lnTo>
                    <a:pt x="2133600" y="28194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52600" y="3200400"/>
            <a:ext cx="1676400" cy="381000"/>
          </a:xfrm>
          <a:prstGeom prst="rect">
            <a:avLst/>
          </a:prstGeom>
          <a:solidFill>
            <a:srgbClr val="FFFFFF"/>
          </a:solidFill>
          <a:ln w="9344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800" spc="-5" dirty="0">
                <a:latin typeface="Tahoma"/>
                <a:cs typeface="Tahoma"/>
              </a:rPr>
              <a:t>0003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47837" y="3729037"/>
            <a:ext cx="1685925" cy="390525"/>
            <a:chOff x="1747837" y="3729037"/>
            <a:chExt cx="1685925" cy="390525"/>
          </a:xfrm>
        </p:grpSpPr>
        <p:sp>
          <p:nvSpPr>
            <p:cNvPr id="8" name="object 8"/>
            <p:cNvSpPr/>
            <p:nvPr/>
          </p:nvSpPr>
          <p:spPr>
            <a:xfrm>
              <a:off x="1752600" y="37338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16764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1676400" y="381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52600" y="3733800"/>
              <a:ext cx="1676400" cy="381000"/>
            </a:xfrm>
            <a:custGeom>
              <a:avLst/>
              <a:gdLst/>
              <a:ahLst/>
              <a:cxnLst/>
              <a:rect l="l" t="t" r="r" b="b"/>
              <a:pathLst>
                <a:path w="1676400" h="381000">
                  <a:moveTo>
                    <a:pt x="838200" y="381000"/>
                  </a:moveTo>
                  <a:lnTo>
                    <a:pt x="0" y="381000"/>
                  </a:lnTo>
                  <a:lnTo>
                    <a:pt x="0" y="0"/>
                  </a:lnTo>
                  <a:lnTo>
                    <a:pt x="1676400" y="0"/>
                  </a:lnTo>
                  <a:lnTo>
                    <a:pt x="1676400" y="381000"/>
                  </a:lnTo>
                  <a:lnTo>
                    <a:pt x="838200" y="3810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41879" y="3774440"/>
            <a:ext cx="4959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AC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0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676400" y="3314700"/>
            <a:ext cx="4800600" cy="1795780"/>
            <a:chOff x="1676400" y="3314700"/>
            <a:chExt cx="4800600" cy="1795780"/>
          </a:xfrm>
        </p:grpSpPr>
        <p:sp>
          <p:nvSpPr>
            <p:cNvPr id="12" name="object 12"/>
            <p:cNvSpPr/>
            <p:nvPr/>
          </p:nvSpPr>
          <p:spPr>
            <a:xfrm>
              <a:off x="25146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146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4953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609600"/>
                  </a:lnTo>
                  <a:lnTo>
                    <a:pt x="495300" y="6096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338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33800" y="4495800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495300" y="609600"/>
                  </a:moveTo>
                  <a:lnTo>
                    <a:pt x="0" y="609600"/>
                  </a:lnTo>
                  <a:lnTo>
                    <a:pt x="0" y="0"/>
                  </a:lnTo>
                  <a:lnTo>
                    <a:pt x="990600" y="0"/>
                  </a:lnTo>
                  <a:lnTo>
                    <a:pt x="990600" y="609600"/>
                  </a:lnTo>
                  <a:lnTo>
                    <a:pt x="495300" y="6096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76400" y="3314699"/>
              <a:ext cx="4800600" cy="1447800"/>
            </a:xfrm>
            <a:custGeom>
              <a:avLst/>
              <a:gdLst/>
              <a:ahLst/>
              <a:cxnLst/>
              <a:rect l="l" t="t" r="r" b="b"/>
              <a:pathLst>
                <a:path w="4800600" h="1447800">
                  <a:moveTo>
                    <a:pt x="76200" y="76200"/>
                  </a:moveTo>
                  <a:lnTo>
                    <a:pt x="0" y="38100"/>
                  </a:lnTo>
                  <a:lnTo>
                    <a:pt x="0" y="114300"/>
                  </a:lnTo>
                  <a:lnTo>
                    <a:pt x="76200" y="76200"/>
                  </a:lnTo>
                  <a:close/>
                </a:path>
                <a:path w="4800600" h="1447800">
                  <a:moveTo>
                    <a:pt x="838200" y="1404620"/>
                  </a:moveTo>
                  <a:lnTo>
                    <a:pt x="684530" y="1404620"/>
                  </a:lnTo>
                  <a:lnTo>
                    <a:pt x="684530" y="1371600"/>
                  </a:lnTo>
                  <a:lnTo>
                    <a:pt x="609600" y="1409700"/>
                  </a:lnTo>
                  <a:lnTo>
                    <a:pt x="684530" y="1447800"/>
                  </a:lnTo>
                  <a:lnTo>
                    <a:pt x="684530" y="1414780"/>
                  </a:lnTo>
                  <a:lnTo>
                    <a:pt x="838200" y="1414780"/>
                  </a:lnTo>
                  <a:lnTo>
                    <a:pt x="838200" y="1404620"/>
                  </a:lnTo>
                  <a:close/>
                </a:path>
                <a:path w="4800600" h="1447800">
                  <a:moveTo>
                    <a:pt x="2057400" y="1404620"/>
                  </a:moveTo>
                  <a:lnTo>
                    <a:pt x="1903730" y="1404620"/>
                  </a:lnTo>
                  <a:lnTo>
                    <a:pt x="1903730" y="1371600"/>
                  </a:lnTo>
                  <a:lnTo>
                    <a:pt x="1828800" y="1409700"/>
                  </a:lnTo>
                  <a:lnTo>
                    <a:pt x="1903730" y="1447800"/>
                  </a:lnTo>
                  <a:lnTo>
                    <a:pt x="1903730" y="1414780"/>
                  </a:lnTo>
                  <a:lnTo>
                    <a:pt x="2057400" y="1414780"/>
                  </a:lnTo>
                  <a:lnTo>
                    <a:pt x="2057400" y="1404620"/>
                  </a:lnTo>
                  <a:close/>
                </a:path>
                <a:path w="4800600" h="1447800">
                  <a:moveTo>
                    <a:pt x="4800600" y="38100"/>
                  </a:moveTo>
                  <a:lnTo>
                    <a:pt x="4725670" y="0"/>
                  </a:lnTo>
                  <a:lnTo>
                    <a:pt x="4725670" y="33020"/>
                  </a:lnTo>
                  <a:lnTo>
                    <a:pt x="1752600" y="33020"/>
                  </a:lnTo>
                  <a:lnTo>
                    <a:pt x="1752600" y="43180"/>
                  </a:lnTo>
                  <a:lnTo>
                    <a:pt x="3959809" y="43180"/>
                  </a:lnTo>
                  <a:lnTo>
                    <a:pt x="3924300" y="113030"/>
                  </a:lnTo>
                  <a:lnTo>
                    <a:pt x="3957320" y="113030"/>
                  </a:lnTo>
                  <a:lnTo>
                    <a:pt x="3957320" y="1404620"/>
                  </a:lnTo>
                  <a:lnTo>
                    <a:pt x="3122930" y="1404620"/>
                  </a:lnTo>
                  <a:lnTo>
                    <a:pt x="3122930" y="1371600"/>
                  </a:lnTo>
                  <a:lnTo>
                    <a:pt x="3048000" y="1409700"/>
                  </a:lnTo>
                  <a:lnTo>
                    <a:pt x="3122930" y="1447800"/>
                  </a:lnTo>
                  <a:lnTo>
                    <a:pt x="3122930" y="1414780"/>
                  </a:lnTo>
                  <a:lnTo>
                    <a:pt x="3962400" y="1414780"/>
                  </a:lnTo>
                  <a:lnTo>
                    <a:pt x="3962400" y="1409700"/>
                  </a:lnTo>
                  <a:lnTo>
                    <a:pt x="3967480" y="1409700"/>
                  </a:lnTo>
                  <a:lnTo>
                    <a:pt x="3967480" y="113030"/>
                  </a:lnTo>
                  <a:lnTo>
                    <a:pt x="4000500" y="113030"/>
                  </a:lnTo>
                  <a:lnTo>
                    <a:pt x="3964978" y="43180"/>
                  </a:lnTo>
                  <a:lnTo>
                    <a:pt x="4725670" y="43180"/>
                  </a:lnTo>
                  <a:lnTo>
                    <a:pt x="4725670" y="76200"/>
                  </a:lnTo>
                  <a:lnTo>
                    <a:pt x="480060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1676400" y="38481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472327" y="2433727"/>
          <a:ext cx="1905000" cy="327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37909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Mov AC,</a:t>
                      </a:r>
                      <a:r>
                        <a:rPr sz="1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787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8521700" y="2354580"/>
            <a:ext cx="541655" cy="163703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800" spc="-5" dirty="0">
                <a:latin typeface="Tahoma"/>
                <a:cs typeface="Tahoma"/>
              </a:rPr>
              <a:t>0000</a:t>
            </a:r>
            <a:endParaRPr sz="18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Tahoma"/>
                <a:cs typeface="Tahoma"/>
              </a:rPr>
              <a:t>0</a:t>
            </a:r>
            <a:r>
              <a:rPr sz="1800" spc="5" dirty="0">
                <a:latin typeface="Tahoma"/>
                <a:cs typeface="Tahoma"/>
              </a:rPr>
              <a:t>0</a:t>
            </a:r>
            <a:r>
              <a:rPr sz="1800" spc="-5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800" spc="-5" dirty="0">
                <a:latin typeface="Tahoma"/>
                <a:cs typeface="Tahoma"/>
              </a:rPr>
              <a:t>0002</a:t>
            </a:r>
            <a:endParaRPr sz="1800">
              <a:latin typeface="Tahoma"/>
              <a:cs typeface="Tahoma"/>
            </a:endParaRPr>
          </a:p>
          <a:p>
            <a:pPr marL="28575">
              <a:lnSpc>
                <a:spcPct val="100000"/>
              </a:lnSpc>
              <a:spcBef>
                <a:spcPts val="590"/>
              </a:spcBef>
            </a:pPr>
            <a:r>
              <a:rPr sz="1800" spc="-5" dirty="0">
                <a:latin typeface="Tahoma"/>
                <a:cs typeface="Tahoma"/>
              </a:rPr>
              <a:t>0</a:t>
            </a:r>
            <a:r>
              <a:rPr sz="1800" spc="5" dirty="0">
                <a:latin typeface="Tahoma"/>
                <a:cs typeface="Tahoma"/>
              </a:rPr>
              <a:t>0</a:t>
            </a:r>
            <a:r>
              <a:rPr sz="1800" spc="-5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19829" y="5095240"/>
            <a:ext cx="25272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92070" y="5063490"/>
            <a:ext cx="7778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D</a:t>
            </a:r>
            <a:r>
              <a:rPr sz="1800" dirty="0">
                <a:latin typeface="Tahoma"/>
                <a:cs typeface="Tahoma"/>
              </a:rPr>
              <a:t>e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800" spc="-10" dirty="0">
                <a:latin typeface="Tahoma"/>
                <a:cs typeface="Tahoma"/>
              </a:rPr>
              <a:t>o</a:t>
            </a:r>
            <a:r>
              <a:rPr sz="1800" dirty="0">
                <a:latin typeface="Tahoma"/>
                <a:cs typeface="Tahoma"/>
              </a:rPr>
              <a:t>de  </a:t>
            </a:r>
            <a:r>
              <a:rPr sz="1800" spc="-5" dirty="0">
                <a:latin typeface="Tahoma"/>
                <a:cs typeface="Tahoma"/>
              </a:rPr>
              <a:t>unit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97939" y="5063490"/>
            <a:ext cx="816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Ex</a:t>
            </a:r>
            <a:r>
              <a:rPr sz="1800" spc="-10" dirty="0">
                <a:latin typeface="Tahoma"/>
                <a:cs typeface="Tahoma"/>
              </a:rPr>
              <a:t>e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800" spc="5" dirty="0">
                <a:latin typeface="Tahoma"/>
                <a:cs typeface="Tahoma"/>
              </a:rPr>
              <a:t>u</a:t>
            </a:r>
            <a:r>
              <a:rPr sz="1800" spc="-5" dirty="0">
                <a:latin typeface="Tahoma"/>
                <a:cs typeface="Tahoma"/>
              </a:rPr>
              <a:t>t</a:t>
            </a:r>
            <a:r>
              <a:rPr sz="1800" dirty="0">
                <a:latin typeface="Tahoma"/>
                <a:cs typeface="Tahoma"/>
              </a:rPr>
              <a:t>e  </a:t>
            </a:r>
            <a:r>
              <a:rPr sz="1800" spc="-5" dirty="0">
                <a:latin typeface="Tahoma"/>
                <a:cs typeface="Tahoma"/>
              </a:rPr>
              <a:t>unit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41730" y="3037840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PC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058952" y="3385820"/>
          <a:ext cx="1222375" cy="171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775"/>
                <a:gridCol w="396240"/>
                <a:gridCol w="594360"/>
              </a:tblGrid>
              <a:tr h="1104900">
                <a:tc gridSpan="2"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1520"/>
                        </a:spcBef>
                        <a:tabLst>
                          <a:tab pos="627380" algn="l"/>
                        </a:tabLst>
                      </a:pPr>
                      <a:r>
                        <a:rPr sz="1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800" u="sng" spc="-16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u="sng" spc="-5" dirty="0">
                          <a:uFill>
                            <a:solidFill>
                              <a:srgbClr val="000000"/>
                            </a:solidFill>
                          </a:uFill>
                          <a:latin typeface="Tahoma"/>
                          <a:cs typeface="Tahoma"/>
                        </a:rPr>
                        <a:t>AC	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9304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17780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Mov</a:t>
                      </a:r>
                      <a:r>
                        <a:rPr sz="1800" spc="-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AC,0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7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67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53029" y="1779270"/>
            <a:ext cx="13970" cy="34290"/>
          </a:xfrm>
          <a:custGeom>
            <a:avLst/>
            <a:gdLst/>
            <a:ahLst/>
            <a:cxnLst/>
            <a:rect l="l" t="t" r="r" b="b"/>
            <a:pathLst>
              <a:path w="13969" h="34289">
                <a:moveTo>
                  <a:pt x="0" y="34289"/>
                </a:moveTo>
                <a:lnTo>
                  <a:pt x="13969" y="34289"/>
                </a:lnTo>
                <a:lnTo>
                  <a:pt x="13969" y="0"/>
                </a:lnTo>
                <a:lnTo>
                  <a:pt x="0" y="0"/>
                </a:lnTo>
                <a:lnTo>
                  <a:pt x="0" y="34289"/>
                </a:lnTo>
                <a:close/>
              </a:path>
            </a:pathLst>
          </a:custGeom>
          <a:solidFill>
            <a:srgbClr val="C2C2C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791200" y="1779270"/>
            <a:ext cx="2877820" cy="34290"/>
            <a:chOff x="5791200" y="1779270"/>
            <a:chExt cx="2877820" cy="34290"/>
          </a:xfrm>
        </p:grpSpPr>
        <p:sp>
          <p:nvSpPr>
            <p:cNvPr id="4" name="object 4"/>
            <p:cNvSpPr/>
            <p:nvPr/>
          </p:nvSpPr>
          <p:spPr>
            <a:xfrm>
              <a:off x="5791200" y="1779270"/>
              <a:ext cx="15240" cy="34290"/>
            </a:xfrm>
            <a:custGeom>
              <a:avLst/>
              <a:gdLst/>
              <a:ahLst/>
              <a:cxnLst/>
              <a:rect l="l" t="t" r="r" b="b"/>
              <a:pathLst>
                <a:path w="15239" h="34289">
                  <a:moveTo>
                    <a:pt x="0" y="34289"/>
                  </a:moveTo>
                  <a:lnTo>
                    <a:pt x="15239" y="34289"/>
                  </a:lnTo>
                  <a:lnTo>
                    <a:pt x="15239" y="0"/>
                  </a:lnTo>
                  <a:lnTo>
                    <a:pt x="0" y="0"/>
                  </a:lnTo>
                  <a:lnTo>
                    <a:pt x="0" y="34289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0644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B6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420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6A6A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7883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143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868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512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6767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86780" y="1779269"/>
              <a:ext cx="73660" cy="34290"/>
            </a:xfrm>
            <a:custGeom>
              <a:avLst/>
              <a:gdLst/>
              <a:ahLst/>
              <a:cxnLst/>
              <a:rect l="l" t="t" r="r" b="b"/>
              <a:pathLst>
                <a:path w="73660" h="34289">
                  <a:moveTo>
                    <a:pt x="73660" y="0"/>
                  </a:moveTo>
                  <a:lnTo>
                    <a:pt x="3683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6830" y="34290"/>
                  </a:lnTo>
                  <a:lnTo>
                    <a:pt x="73660" y="34290"/>
                  </a:lnTo>
                  <a:lnTo>
                    <a:pt x="7366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6044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464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960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328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6262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6839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6161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0521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078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776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131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D5D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00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C5C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8555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B5B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2239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60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57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9478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3160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757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6716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656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040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3956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763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53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11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4878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5151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7843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50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8211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F4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85673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E4E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89356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291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C4C4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65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0278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0383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07516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11073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4756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8311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545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199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4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5678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92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3279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4141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6473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400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437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4739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50951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46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B3B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58190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61872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3939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654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69112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737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72795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76351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3535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80033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434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835900" y="1779269"/>
              <a:ext cx="72390" cy="34290"/>
            </a:xfrm>
            <a:custGeom>
              <a:avLst/>
              <a:gdLst/>
              <a:ahLst/>
              <a:cxnLst/>
              <a:rect l="l" t="t" r="r" b="b"/>
              <a:pathLst>
                <a:path w="72390" h="34289">
                  <a:moveTo>
                    <a:pt x="72390" y="0"/>
                  </a:moveTo>
                  <a:lnTo>
                    <a:pt x="36830" y="0"/>
                  </a:lnTo>
                  <a:lnTo>
                    <a:pt x="0" y="0"/>
                  </a:lnTo>
                  <a:lnTo>
                    <a:pt x="0" y="34290"/>
                  </a:lnTo>
                  <a:lnTo>
                    <a:pt x="36830" y="34290"/>
                  </a:lnTo>
                  <a:lnTo>
                    <a:pt x="72390" y="34290"/>
                  </a:lnTo>
                  <a:lnTo>
                    <a:pt x="72390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908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31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9451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3030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9806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01751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0530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D2D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80899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12546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2B2B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816228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819912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929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3467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828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27151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72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0707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4390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37946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3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30" y="34289"/>
                  </a:lnTo>
                  <a:lnTo>
                    <a:pt x="36830" y="0"/>
                  </a:lnTo>
                  <a:close/>
                </a:path>
              </a:pathLst>
            </a:custGeom>
            <a:solidFill>
              <a:srgbClr val="2424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41628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2323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451850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222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488679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52423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56107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5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59" y="34289"/>
                  </a:lnTo>
                  <a:lnTo>
                    <a:pt x="35559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8596629" y="1779270"/>
              <a:ext cx="36830" cy="34290"/>
            </a:xfrm>
            <a:custGeom>
              <a:avLst/>
              <a:gdLst/>
              <a:ahLst/>
              <a:cxnLst/>
              <a:rect l="l" t="t" r="r" b="b"/>
              <a:pathLst>
                <a:path w="36829" h="34289">
                  <a:moveTo>
                    <a:pt x="36829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6829" y="34289"/>
                  </a:lnTo>
                  <a:lnTo>
                    <a:pt x="36829" y="0"/>
                  </a:lnTo>
                  <a:close/>
                </a:path>
              </a:pathLst>
            </a:custGeom>
            <a:solidFill>
              <a:srgbClr val="1E1E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633460" y="1779270"/>
              <a:ext cx="35560" cy="34290"/>
            </a:xfrm>
            <a:custGeom>
              <a:avLst/>
              <a:gdLst/>
              <a:ahLst/>
              <a:cxnLst/>
              <a:rect l="l" t="t" r="r" b="b"/>
              <a:pathLst>
                <a:path w="35559" h="34289">
                  <a:moveTo>
                    <a:pt x="35560" y="0"/>
                  </a:moveTo>
                  <a:lnTo>
                    <a:pt x="0" y="0"/>
                  </a:lnTo>
                  <a:lnTo>
                    <a:pt x="0" y="34289"/>
                  </a:lnTo>
                  <a:lnTo>
                    <a:pt x="35560" y="34289"/>
                  </a:lnTo>
                  <a:lnTo>
                    <a:pt x="35560" y="0"/>
                  </a:lnTo>
                  <a:close/>
                </a:path>
              </a:pathLst>
            </a:custGeom>
            <a:solidFill>
              <a:srgbClr val="1D1D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2" name="object 82"/>
          <p:cNvGrpSpPr/>
          <p:nvPr/>
        </p:nvGrpSpPr>
        <p:grpSpPr>
          <a:xfrm>
            <a:off x="3195637" y="147637"/>
            <a:ext cx="2143125" cy="466725"/>
            <a:chOff x="3195637" y="147637"/>
            <a:chExt cx="2143125" cy="466725"/>
          </a:xfrm>
        </p:grpSpPr>
        <p:sp>
          <p:nvSpPr>
            <p:cNvPr id="83" name="object 83"/>
            <p:cNvSpPr/>
            <p:nvPr/>
          </p:nvSpPr>
          <p:spPr>
            <a:xfrm>
              <a:off x="3200400" y="152400"/>
              <a:ext cx="2133600" cy="457200"/>
            </a:xfrm>
            <a:custGeom>
              <a:avLst/>
              <a:gdLst/>
              <a:ahLst/>
              <a:cxnLst/>
              <a:rect l="l" t="t" r="r" b="b"/>
              <a:pathLst>
                <a:path w="2133600" h="457200">
                  <a:moveTo>
                    <a:pt x="21336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133600" y="45720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200400" y="152400"/>
              <a:ext cx="2133600" cy="457200"/>
            </a:xfrm>
            <a:custGeom>
              <a:avLst/>
              <a:gdLst/>
              <a:ahLst/>
              <a:cxnLst/>
              <a:rect l="l" t="t" r="r" b="b"/>
              <a:pathLst>
                <a:path w="2133600" h="457200">
                  <a:moveTo>
                    <a:pt x="10668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2133600" y="0"/>
                  </a:lnTo>
                  <a:lnTo>
                    <a:pt x="2133600" y="457200"/>
                  </a:lnTo>
                  <a:lnTo>
                    <a:pt x="10668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3856990" y="231140"/>
            <a:ext cx="832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94055" algn="l"/>
              </a:tabLst>
            </a:pPr>
            <a:r>
              <a:rPr sz="1800" spc="5" dirty="0">
                <a:latin typeface="Tahoma"/>
                <a:cs typeface="Tahoma"/>
              </a:rPr>
              <a:t>S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800" dirty="0">
                <a:latin typeface="Tahoma"/>
                <a:cs typeface="Tahoma"/>
              </a:rPr>
              <a:t>	0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2890837" y="833437"/>
            <a:ext cx="2676525" cy="466725"/>
            <a:chOff x="2890837" y="833437"/>
            <a:chExt cx="2676525" cy="466725"/>
          </a:xfrm>
        </p:grpSpPr>
        <p:sp>
          <p:nvSpPr>
            <p:cNvPr id="87" name="object 87"/>
            <p:cNvSpPr/>
            <p:nvPr/>
          </p:nvSpPr>
          <p:spPr>
            <a:xfrm>
              <a:off x="2895600" y="838200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26670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2667000" y="45720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2895600" y="838200"/>
              <a:ext cx="2667000" cy="457200"/>
            </a:xfrm>
            <a:custGeom>
              <a:avLst/>
              <a:gdLst/>
              <a:ahLst/>
              <a:cxnLst/>
              <a:rect l="l" t="t" r="r" b="b"/>
              <a:pathLst>
                <a:path w="2667000" h="457200">
                  <a:moveTo>
                    <a:pt x="13335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2667000" y="0"/>
                  </a:lnTo>
                  <a:lnTo>
                    <a:pt x="2667000" y="457200"/>
                  </a:lnTo>
                  <a:lnTo>
                    <a:pt x="13335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705859" y="916940"/>
            <a:ext cx="292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AR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4486986" y="916940"/>
            <a:ext cx="276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PC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2662237" y="1519237"/>
            <a:ext cx="3133725" cy="542925"/>
            <a:chOff x="2662237" y="1519237"/>
            <a:chExt cx="3133725" cy="542925"/>
          </a:xfrm>
        </p:grpSpPr>
        <p:sp>
          <p:nvSpPr>
            <p:cNvPr id="92" name="object 92"/>
            <p:cNvSpPr/>
            <p:nvPr/>
          </p:nvSpPr>
          <p:spPr>
            <a:xfrm>
              <a:off x="2667000" y="1524000"/>
              <a:ext cx="3124200" cy="533400"/>
            </a:xfrm>
            <a:custGeom>
              <a:avLst/>
              <a:gdLst/>
              <a:ahLst/>
              <a:cxnLst/>
              <a:rect l="l" t="t" r="r" b="b"/>
              <a:pathLst>
                <a:path w="3124200" h="533400">
                  <a:moveTo>
                    <a:pt x="31242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3124200" y="53340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2667000" y="1524000"/>
              <a:ext cx="3124200" cy="533400"/>
            </a:xfrm>
            <a:custGeom>
              <a:avLst/>
              <a:gdLst/>
              <a:ahLst/>
              <a:cxnLst/>
              <a:rect l="l" t="t" r="r" b="b"/>
              <a:pathLst>
                <a:path w="3124200" h="533400">
                  <a:moveTo>
                    <a:pt x="1562100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3124200" y="0"/>
                  </a:lnTo>
                  <a:lnTo>
                    <a:pt x="3124200" y="533400"/>
                  </a:lnTo>
                  <a:lnTo>
                    <a:pt x="1562100" y="5334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2877820" y="1640840"/>
            <a:ext cx="2700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925" algn="l"/>
                <a:tab pos="2133600" algn="l"/>
              </a:tabLst>
            </a:pPr>
            <a:r>
              <a:rPr sz="1800" spc="-5" dirty="0">
                <a:latin typeface="Tahoma"/>
                <a:cs typeface="Tahoma"/>
              </a:rPr>
              <a:t>IR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" dirty="0">
                <a:latin typeface="Tahoma"/>
                <a:cs typeface="Tahoma"/>
              </a:rPr>
              <a:t>M</a:t>
            </a:r>
            <a:r>
              <a:rPr sz="1800" spc="-10" dirty="0">
                <a:latin typeface="Tahoma"/>
                <a:cs typeface="Tahoma"/>
              </a:rPr>
              <a:t>[</a:t>
            </a:r>
            <a:r>
              <a:rPr sz="1800" spc="-5" dirty="0">
                <a:latin typeface="Tahoma"/>
                <a:cs typeface="Tahoma"/>
              </a:rPr>
              <a:t>AR</a:t>
            </a:r>
            <a:r>
              <a:rPr sz="1800" spc="-10" dirty="0">
                <a:latin typeface="Tahoma"/>
                <a:cs typeface="Tahoma"/>
              </a:rPr>
              <a:t>]</a:t>
            </a:r>
            <a:r>
              <a:rPr sz="1800" spc="-5" dirty="0">
                <a:latin typeface="Tahoma"/>
                <a:cs typeface="Tahoma"/>
              </a:rPr>
              <a:t>,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5" dirty="0">
                <a:latin typeface="Tahoma"/>
                <a:cs typeface="Tahoma"/>
              </a:rPr>
              <a:t>P</a:t>
            </a:r>
            <a:r>
              <a:rPr sz="1800" spc="-5" dirty="0">
                <a:latin typeface="Tahoma"/>
                <a:cs typeface="Tahoma"/>
              </a:rPr>
              <a:t>C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" dirty="0">
                <a:latin typeface="Tahoma"/>
                <a:cs typeface="Tahoma"/>
              </a:rPr>
              <a:t>P</a:t>
            </a:r>
            <a:r>
              <a:rPr sz="1800" spc="-10" dirty="0">
                <a:latin typeface="Tahoma"/>
                <a:cs typeface="Tahoma"/>
              </a:rPr>
              <a:t>C</a:t>
            </a:r>
            <a:r>
              <a:rPr sz="1800" spc="-5" dirty="0">
                <a:latin typeface="Tahoma"/>
                <a:cs typeface="Tahoma"/>
              </a:rPr>
              <a:t>+</a:t>
            </a:r>
            <a:r>
              <a:rPr sz="1800" dirty="0">
                <a:latin typeface="Tahoma"/>
                <a:cs typeface="Tahoma"/>
              </a:rPr>
              <a:t>1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2362200" y="2286000"/>
            <a:ext cx="3810000" cy="1605280"/>
            <a:chOff x="2362200" y="2286000"/>
            <a:chExt cx="3810000" cy="1605280"/>
          </a:xfrm>
        </p:grpSpPr>
        <p:sp>
          <p:nvSpPr>
            <p:cNvPr id="96" name="object 96"/>
            <p:cNvSpPr/>
            <p:nvPr/>
          </p:nvSpPr>
          <p:spPr>
            <a:xfrm>
              <a:off x="2362200" y="2285999"/>
              <a:ext cx="3810000" cy="1600200"/>
            </a:xfrm>
            <a:custGeom>
              <a:avLst/>
              <a:gdLst/>
              <a:ahLst/>
              <a:cxnLst/>
              <a:rect l="l" t="t" r="r" b="b"/>
              <a:pathLst>
                <a:path w="3810000" h="1600200">
                  <a:moveTo>
                    <a:pt x="2286000" y="1257300"/>
                  </a:moveTo>
                  <a:lnTo>
                    <a:pt x="1828800" y="914400"/>
                  </a:lnTo>
                  <a:lnTo>
                    <a:pt x="1371600" y="1257300"/>
                  </a:lnTo>
                  <a:lnTo>
                    <a:pt x="1828800" y="1600200"/>
                  </a:lnTo>
                  <a:lnTo>
                    <a:pt x="2286000" y="1257300"/>
                  </a:lnTo>
                  <a:close/>
                </a:path>
                <a:path w="3810000" h="1600200">
                  <a:moveTo>
                    <a:pt x="38100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3810000" y="68580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733800" y="320040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457200" y="0"/>
                  </a:moveTo>
                  <a:lnTo>
                    <a:pt x="914400" y="342900"/>
                  </a:lnTo>
                  <a:lnTo>
                    <a:pt x="457200" y="685800"/>
                  </a:lnTo>
                  <a:lnTo>
                    <a:pt x="0" y="342900"/>
                  </a:lnTo>
                  <a:lnTo>
                    <a:pt x="457200" y="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4100829" y="3393440"/>
            <a:ext cx="180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D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6015037" y="4110037"/>
            <a:ext cx="923925" cy="695325"/>
            <a:chOff x="6015037" y="4110037"/>
            <a:chExt cx="923925" cy="695325"/>
          </a:xfrm>
        </p:grpSpPr>
        <p:sp>
          <p:nvSpPr>
            <p:cNvPr id="100" name="object 100"/>
            <p:cNvSpPr/>
            <p:nvPr/>
          </p:nvSpPr>
          <p:spPr>
            <a:xfrm>
              <a:off x="6019800" y="411480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457200" y="0"/>
                  </a:moveTo>
                  <a:lnTo>
                    <a:pt x="0" y="342900"/>
                  </a:lnTo>
                  <a:lnTo>
                    <a:pt x="457200" y="685800"/>
                  </a:lnTo>
                  <a:lnTo>
                    <a:pt x="914400" y="3429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019800" y="411480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457200" y="0"/>
                  </a:moveTo>
                  <a:lnTo>
                    <a:pt x="914400" y="342900"/>
                  </a:lnTo>
                  <a:lnTo>
                    <a:pt x="457200" y="685800"/>
                  </a:lnTo>
                  <a:lnTo>
                    <a:pt x="0" y="342900"/>
                  </a:lnTo>
                  <a:lnTo>
                    <a:pt x="457200" y="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6422390" y="4307840"/>
            <a:ext cx="111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1824037" y="4110037"/>
            <a:ext cx="923925" cy="695325"/>
            <a:chOff x="1824037" y="4110037"/>
            <a:chExt cx="923925" cy="695325"/>
          </a:xfrm>
        </p:grpSpPr>
        <p:sp>
          <p:nvSpPr>
            <p:cNvPr id="104" name="object 104"/>
            <p:cNvSpPr/>
            <p:nvPr/>
          </p:nvSpPr>
          <p:spPr>
            <a:xfrm>
              <a:off x="1828800" y="411480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457200" y="0"/>
                  </a:moveTo>
                  <a:lnTo>
                    <a:pt x="0" y="342900"/>
                  </a:lnTo>
                  <a:lnTo>
                    <a:pt x="457200" y="685800"/>
                  </a:lnTo>
                  <a:lnTo>
                    <a:pt x="914400" y="3429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1828800" y="4114800"/>
              <a:ext cx="914400" cy="685800"/>
            </a:xfrm>
            <a:custGeom>
              <a:avLst/>
              <a:gdLst/>
              <a:ahLst/>
              <a:cxnLst/>
              <a:rect l="l" t="t" r="r" b="b"/>
              <a:pathLst>
                <a:path w="914400" h="685800">
                  <a:moveTo>
                    <a:pt x="457200" y="0"/>
                  </a:moveTo>
                  <a:lnTo>
                    <a:pt x="914400" y="342900"/>
                  </a:lnTo>
                  <a:lnTo>
                    <a:pt x="457200" y="685800"/>
                  </a:lnTo>
                  <a:lnTo>
                    <a:pt x="0" y="342900"/>
                  </a:lnTo>
                  <a:lnTo>
                    <a:pt x="457200" y="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2231389" y="4307840"/>
            <a:ext cx="111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I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57200" y="5562600"/>
            <a:ext cx="1676400" cy="762000"/>
          </a:xfrm>
          <a:prstGeom prst="rect">
            <a:avLst/>
          </a:prstGeom>
          <a:solidFill>
            <a:srgbClr val="FFCCFF"/>
          </a:solidFill>
          <a:ln w="9344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361950" marR="199390" indent="-153670">
              <a:lnSpc>
                <a:spcPct val="100000"/>
              </a:lnSpc>
              <a:spcBef>
                <a:spcPts val="840"/>
              </a:spcBef>
            </a:pPr>
            <a:r>
              <a:rPr sz="1800" spc="-5" dirty="0">
                <a:latin typeface="Tahoma"/>
                <a:cs typeface="Tahoma"/>
              </a:rPr>
              <a:t>Execute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reg.  reference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2362200" y="5562600"/>
            <a:ext cx="1676400" cy="762000"/>
          </a:xfrm>
          <a:custGeom>
            <a:avLst/>
            <a:gdLst/>
            <a:ahLst/>
            <a:cxnLst/>
            <a:rect l="l" t="t" r="r" b="b"/>
            <a:pathLst>
              <a:path w="1676400" h="762000">
                <a:moveTo>
                  <a:pt x="1676400" y="0"/>
                </a:moveTo>
                <a:lnTo>
                  <a:pt x="0" y="0"/>
                </a:lnTo>
                <a:lnTo>
                  <a:pt x="0" y="762000"/>
                </a:lnTo>
                <a:lnTo>
                  <a:pt x="1676400" y="762000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2362200" y="5562600"/>
            <a:ext cx="1676400" cy="7620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361950" marR="231775" indent="-121920">
              <a:lnSpc>
                <a:spcPct val="100000"/>
              </a:lnSpc>
              <a:spcBef>
                <a:spcPts val="840"/>
              </a:spcBef>
            </a:pPr>
            <a:r>
              <a:rPr sz="1800" spc="-5" dirty="0">
                <a:latin typeface="Tahoma"/>
                <a:cs typeface="Tahoma"/>
              </a:rPr>
              <a:t>Execute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I/O  reference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6934200" y="5562600"/>
            <a:ext cx="1689100" cy="762000"/>
          </a:xfrm>
          <a:prstGeom prst="rect">
            <a:avLst/>
          </a:prstGeom>
          <a:solidFill>
            <a:srgbClr val="FFCCFF"/>
          </a:solidFill>
          <a:ln w="9344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361950" indent="-367030">
              <a:lnSpc>
                <a:spcPct val="100000"/>
              </a:lnSpc>
              <a:spcBef>
                <a:spcPts val="840"/>
              </a:spcBef>
            </a:pPr>
            <a:r>
              <a:rPr sz="1800" spc="-5" dirty="0">
                <a:latin typeface="Tahoma"/>
                <a:cs typeface="Tahoma"/>
              </a:rPr>
              <a:t>Execute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memory  reference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495800" y="5562600"/>
            <a:ext cx="1689100" cy="762000"/>
          </a:xfrm>
          <a:prstGeom prst="rect">
            <a:avLst/>
          </a:prstGeom>
          <a:solidFill>
            <a:srgbClr val="FFCCFF"/>
          </a:solidFill>
          <a:ln w="9344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361950" indent="-367030">
              <a:lnSpc>
                <a:spcPct val="100000"/>
              </a:lnSpc>
              <a:spcBef>
                <a:spcPts val="840"/>
              </a:spcBef>
            </a:pPr>
            <a:r>
              <a:rPr sz="1800" spc="-5" dirty="0">
                <a:latin typeface="Tahoma"/>
                <a:cs typeface="Tahoma"/>
              </a:rPr>
              <a:t>Execute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memory  reference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4572000" y="4953000"/>
            <a:ext cx="1447800" cy="457200"/>
          </a:xfrm>
          <a:prstGeom prst="rect">
            <a:avLst/>
          </a:prstGeom>
          <a:solidFill>
            <a:srgbClr val="FFCCFF"/>
          </a:solidFill>
          <a:ln w="9344">
            <a:solidFill>
              <a:srgbClr val="000000"/>
            </a:solidFill>
          </a:ln>
        </p:spPr>
        <p:txBody>
          <a:bodyPr vert="horz" wrap="square" lIns="0" tIns="91440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720"/>
              </a:spcBef>
            </a:pPr>
            <a:r>
              <a:rPr sz="1800" spc="-5" dirty="0">
                <a:latin typeface="Tahoma"/>
                <a:cs typeface="Tahoma"/>
              </a:rPr>
              <a:t>Nothing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7005637" y="4948237"/>
            <a:ext cx="1457325" cy="466725"/>
            <a:chOff x="7005637" y="4948237"/>
            <a:chExt cx="1457325" cy="466725"/>
          </a:xfrm>
        </p:grpSpPr>
        <p:sp>
          <p:nvSpPr>
            <p:cNvPr id="114" name="object 114"/>
            <p:cNvSpPr/>
            <p:nvPr/>
          </p:nvSpPr>
          <p:spPr>
            <a:xfrm>
              <a:off x="7010400" y="4953000"/>
              <a:ext cx="1447800" cy="457200"/>
            </a:xfrm>
            <a:custGeom>
              <a:avLst/>
              <a:gdLst/>
              <a:ahLst/>
              <a:cxnLst/>
              <a:rect l="l" t="t" r="r" b="b"/>
              <a:pathLst>
                <a:path w="1447800" h="457200">
                  <a:moveTo>
                    <a:pt x="14478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447800" y="457200"/>
                  </a:lnTo>
                  <a:close/>
                </a:path>
              </a:pathLst>
            </a:custGeom>
            <a:solidFill>
              <a:srgbClr val="FF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010400" y="4953000"/>
              <a:ext cx="1447800" cy="457200"/>
            </a:xfrm>
            <a:custGeom>
              <a:avLst/>
              <a:gdLst/>
              <a:ahLst/>
              <a:cxnLst/>
              <a:rect l="l" t="t" r="r" b="b"/>
              <a:pathLst>
                <a:path w="1447800" h="457200">
                  <a:moveTo>
                    <a:pt x="723900" y="457200"/>
                  </a:moveTo>
                  <a:lnTo>
                    <a:pt x="0" y="457200"/>
                  </a:lnTo>
                  <a:lnTo>
                    <a:pt x="0" y="0"/>
                  </a:lnTo>
                  <a:lnTo>
                    <a:pt x="1447800" y="0"/>
                  </a:lnTo>
                  <a:lnTo>
                    <a:pt x="1447800" y="457200"/>
                  </a:lnTo>
                  <a:lnTo>
                    <a:pt x="723900" y="457200"/>
                  </a:lnTo>
                  <a:close/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7137400" y="5031740"/>
            <a:ext cx="1207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64515" algn="l"/>
              </a:tabLst>
            </a:pPr>
            <a:r>
              <a:rPr sz="1800" spc="-5" dirty="0">
                <a:latin typeface="Tahoma"/>
                <a:cs typeface="Tahoma"/>
              </a:rPr>
              <a:t>AR	M[A</a:t>
            </a:r>
            <a:r>
              <a:rPr sz="1800" spc="-15" dirty="0">
                <a:latin typeface="Tahoma"/>
                <a:cs typeface="Tahoma"/>
              </a:rPr>
              <a:t>R</a:t>
            </a:r>
            <a:r>
              <a:rPr sz="1800" dirty="0">
                <a:latin typeface="Tahoma"/>
                <a:cs typeface="Tahoma"/>
              </a:rPr>
              <a:t>]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3200400" y="1714499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304800" y="33020"/>
                </a:moveTo>
                <a:lnTo>
                  <a:pt x="74917" y="33020"/>
                </a:lnTo>
                <a:lnTo>
                  <a:pt x="74917" y="0"/>
                </a:lnTo>
                <a:lnTo>
                  <a:pt x="0" y="38100"/>
                </a:lnTo>
                <a:lnTo>
                  <a:pt x="74917" y="76200"/>
                </a:lnTo>
                <a:lnTo>
                  <a:pt x="74917" y="43180"/>
                </a:lnTo>
                <a:lnTo>
                  <a:pt x="304800" y="43180"/>
                </a:lnTo>
                <a:lnTo>
                  <a:pt x="3048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4724400" y="1714499"/>
            <a:ext cx="228600" cy="76200"/>
          </a:xfrm>
          <a:custGeom>
            <a:avLst/>
            <a:gdLst/>
            <a:ahLst/>
            <a:cxnLst/>
            <a:rect l="l" t="t" r="r" b="b"/>
            <a:pathLst>
              <a:path w="228600" h="76200">
                <a:moveTo>
                  <a:pt x="228600" y="33020"/>
                </a:moveTo>
                <a:lnTo>
                  <a:pt x="74930" y="33020"/>
                </a:lnTo>
                <a:lnTo>
                  <a:pt x="74930" y="0"/>
                </a:lnTo>
                <a:lnTo>
                  <a:pt x="0" y="38100"/>
                </a:lnTo>
                <a:lnTo>
                  <a:pt x="74930" y="76200"/>
                </a:lnTo>
                <a:lnTo>
                  <a:pt x="74930" y="43180"/>
                </a:lnTo>
                <a:lnTo>
                  <a:pt x="228600" y="43180"/>
                </a:lnTo>
                <a:lnTo>
                  <a:pt x="2286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659380" y="1061719"/>
            <a:ext cx="175260" cy="5494020"/>
          </a:xfrm>
          <a:custGeom>
            <a:avLst/>
            <a:gdLst/>
            <a:ahLst/>
            <a:cxnLst/>
            <a:rect l="l" t="t" r="r" b="b"/>
            <a:pathLst>
              <a:path w="175260" h="5494020">
                <a:moveTo>
                  <a:pt x="175260" y="0"/>
                </a:moveTo>
                <a:lnTo>
                  <a:pt x="3810" y="0"/>
                </a:lnTo>
                <a:lnTo>
                  <a:pt x="0" y="0"/>
                </a:lnTo>
                <a:lnTo>
                  <a:pt x="0" y="5080"/>
                </a:lnTo>
                <a:lnTo>
                  <a:pt x="0" y="5494020"/>
                </a:lnTo>
                <a:lnTo>
                  <a:pt x="8890" y="5494020"/>
                </a:lnTo>
                <a:lnTo>
                  <a:pt x="8890" y="10160"/>
                </a:lnTo>
                <a:lnTo>
                  <a:pt x="175260" y="10160"/>
                </a:lnTo>
                <a:lnTo>
                  <a:pt x="1752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819400" y="342899"/>
            <a:ext cx="1676400" cy="1181100"/>
          </a:xfrm>
          <a:custGeom>
            <a:avLst/>
            <a:gdLst/>
            <a:ahLst/>
            <a:cxnLst/>
            <a:rect l="l" t="t" r="r" b="b"/>
            <a:pathLst>
              <a:path w="1676400" h="1181100">
                <a:moveTo>
                  <a:pt x="76200" y="723900"/>
                </a:moveTo>
                <a:lnTo>
                  <a:pt x="0" y="685800"/>
                </a:lnTo>
                <a:lnTo>
                  <a:pt x="0" y="762000"/>
                </a:lnTo>
                <a:lnTo>
                  <a:pt x="76200" y="723900"/>
                </a:lnTo>
                <a:close/>
              </a:path>
              <a:path w="1676400" h="1181100">
                <a:moveTo>
                  <a:pt x="1485900" y="1104900"/>
                </a:moveTo>
                <a:lnTo>
                  <a:pt x="1452880" y="1104900"/>
                </a:lnTo>
                <a:lnTo>
                  <a:pt x="1452880" y="952500"/>
                </a:lnTo>
                <a:lnTo>
                  <a:pt x="1442720" y="952500"/>
                </a:lnTo>
                <a:lnTo>
                  <a:pt x="1442720" y="1104900"/>
                </a:lnTo>
                <a:lnTo>
                  <a:pt x="1409700" y="1104900"/>
                </a:lnTo>
                <a:lnTo>
                  <a:pt x="1447800" y="1181100"/>
                </a:lnTo>
                <a:lnTo>
                  <a:pt x="1485900" y="1104900"/>
                </a:lnTo>
                <a:close/>
              </a:path>
              <a:path w="1676400" h="1181100">
                <a:moveTo>
                  <a:pt x="1485900" y="419100"/>
                </a:moveTo>
                <a:lnTo>
                  <a:pt x="1452880" y="419100"/>
                </a:lnTo>
                <a:lnTo>
                  <a:pt x="1452880" y="266700"/>
                </a:lnTo>
                <a:lnTo>
                  <a:pt x="1442720" y="266700"/>
                </a:lnTo>
                <a:lnTo>
                  <a:pt x="1442720" y="419100"/>
                </a:lnTo>
                <a:lnTo>
                  <a:pt x="1409700" y="419100"/>
                </a:lnTo>
                <a:lnTo>
                  <a:pt x="1447800" y="495300"/>
                </a:lnTo>
                <a:lnTo>
                  <a:pt x="1485900" y="419100"/>
                </a:lnTo>
                <a:close/>
              </a:path>
              <a:path w="1676400" h="1181100">
                <a:moveTo>
                  <a:pt x="1600200" y="718820"/>
                </a:moveTo>
                <a:lnTo>
                  <a:pt x="1294130" y="718820"/>
                </a:lnTo>
                <a:lnTo>
                  <a:pt x="1294130" y="685800"/>
                </a:lnTo>
                <a:lnTo>
                  <a:pt x="1219200" y="723900"/>
                </a:lnTo>
                <a:lnTo>
                  <a:pt x="1294130" y="762000"/>
                </a:lnTo>
                <a:lnTo>
                  <a:pt x="1294130" y="728980"/>
                </a:lnTo>
                <a:lnTo>
                  <a:pt x="1600200" y="728980"/>
                </a:lnTo>
                <a:lnTo>
                  <a:pt x="1600200" y="718820"/>
                </a:lnTo>
                <a:close/>
              </a:path>
              <a:path w="1676400" h="1181100">
                <a:moveTo>
                  <a:pt x="1676400" y="33020"/>
                </a:moveTo>
                <a:lnTo>
                  <a:pt x="1447800" y="33020"/>
                </a:lnTo>
                <a:lnTo>
                  <a:pt x="1447800" y="0"/>
                </a:lnTo>
                <a:lnTo>
                  <a:pt x="1371600" y="38100"/>
                </a:lnTo>
                <a:lnTo>
                  <a:pt x="1447800" y="76200"/>
                </a:lnTo>
                <a:lnTo>
                  <a:pt x="1447800" y="43180"/>
                </a:lnTo>
                <a:lnTo>
                  <a:pt x="1676400" y="43180"/>
                </a:lnTo>
                <a:lnTo>
                  <a:pt x="16764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1257300" y="2057399"/>
            <a:ext cx="6553200" cy="4503420"/>
          </a:xfrm>
          <a:custGeom>
            <a:avLst/>
            <a:gdLst/>
            <a:ahLst/>
            <a:cxnLst/>
            <a:rect l="l" t="t" r="r" b="b"/>
            <a:pathLst>
              <a:path w="6553200" h="4503420">
                <a:moveTo>
                  <a:pt x="76200" y="4419600"/>
                </a:moveTo>
                <a:lnTo>
                  <a:pt x="43180" y="4419600"/>
                </a:lnTo>
                <a:lnTo>
                  <a:pt x="43180" y="4267200"/>
                </a:lnTo>
                <a:lnTo>
                  <a:pt x="33020" y="4267200"/>
                </a:lnTo>
                <a:lnTo>
                  <a:pt x="33020" y="4419600"/>
                </a:lnTo>
                <a:lnTo>
                  <a:pt x="0" y="4419600"/>
                </a:lnTo>
                <a:lnTo>
                  <a:pt x="38100" y="4495800"/>
                </a:lnTo>
                <a:lnTo>
                  <a:pt x="76200" y="4419600"/>
                </a:lnTo>
                <a:close/>
              </a:path>
              <a:path w="6553200" h="4503420">
                <a:moveTo>
                  <a:pt x="571500" y="2395220"/>
                </a:moveTo>
                <a:lnTo>
                  <a:pt x="38100" y="2395220"/>
                </a:lnTo>
                <a:lnTo>
                  <a:pt x="33020" y="2395220"/>
                </a:lnTo>
                <a:lnTo>
                  <a:pt x="33020" y="2400300"/>
                </a:lnTo>
                <a:lnTo>
                  <a:pt x="33020" y="3430270"/>
                </a:lnTo>
                <a:lnTo>
                  <a:pt x="0" y="3430270"/>
                </a:lnTo>
                <a:lnTo>
                  <a:pt x="38100" y="3505200"/>
                </a:lnTo>
                <a:lnTo>
                  <a:pt x="76200" y="3430270"/>
                </a:lnTo>
                <a:lnTo>
                  <a:pt x="43180" y="3430270"/>
                </a:lnTo>
                <a:lnTo>
                  <a:pt x="43180" y="2405380"/>
                </a:lnTo>
                <a:lnTo>
                  <a:pt x="571500" y="2405380"/>
                </a:lnTo>
                <a:lnTo>
                  <a:pt x="571500" y="2395220"/>
                </a:lnTo>
                <a:close/>
              </a:path>
              <a:path w="6553200" h="4503420">
                <a:moveTo>
                  <a:pt x="1981200" y="3430270"/>
                </a:moveTo>
                <a:lnTo>
                  <a:pt x="1948180" y="3430270"/>
                </a:lnTo>
                <a:lnTo>
                  <a:pt x="1948180" y="2400300"/>
                </a:lnTo>
                <a:lnTo>
                  <a:pt x="1948180" y="2395220"/>
                </a:lnTo>
                <a:lnTo>
                  <a:pt x="1943100" y="2395220"/>
                </a:lnTo>
                <a:lnTo>
                  <a:pt x="1485900" y="2395220"/>
                </a:lnTo>
                <a:lnTo>
                  <a:pt x="1485900" y="2405380"/>
                </a:lnTo>
                <a:lnTo>
                  <a:pt x="1938020" y="2405380"/>
                </a:lnTo>
                <a:lnTo>
                  <a:pt x="1938020" y="3430270"/>
                </a:lnTo>
                <a:lnTo>
                  <a:pt x="1905000" y="3430270"/>
                </a:lnTo>
                <a:lnTo>
                  <a:pt x="1943100" y="3505200"/>
                </a:lnTo>
                <a:lnTo>
                  <a:pt x="1981200" y="3430270"/>
                </a:lnTo>
                <a:close/>
              </a:path>
              <a:path w="6553200" h="4503420">
                <a:moveTo>
                  <a:pt x="2476500" y="1480832"/>
                </a:moveTo>
                <a:lnTo>
                  <a:pt x="1028700" y="1480832"/>
                </a:lnTo>
                <a:lnTo>
                  <a:pt x="1023620" y="1480832"/>
                </a:lnTo>
                <a:lnTo>
                  <a:pt x="1023620" y="1485900"/>
                </a:lnTo>
                <a:lnTo>
                  <a:pt x="1023620" y="1981200"/>
                </a:lnTo>
                <a:lnTo>
                  <a:pt x="990600" y="1981200"/>
                </a:lnTo>
                <a:lnTo>
                  <a:pt x="1028700" y="2057400"/>
                </a:lnTo>
                <a:lnTo>
                  <a:pt x="1065530" y="1981200"/>
                </a:lnTo>
                <a:lnTo>
                  <a:pt x="1032510" y="1981200"/>
                </a:lnTo>
                <a:lnTo>
                  <a:pt x="1032510" y="1490980"/>
                </a:lnTo>
                <a:lnTo>
                  <a:pt x="2476500" y="1490980"/>
                </a:lnTo>
                <a:lnTo>
                  <a:pt x="2476500" y="1480832"/>
                </a:lnTo>
                <a:close/>
              </a:path>
              <a:path w="6553200" h="4503420">
                <a:moveTo>
                  <a:pt x="2971800" y="1066800"/>
                </a:moveTo>
                <a:lnTo>
                  <a:pt x="2938780" y="1066800"/>
                </a:lnTo>
                <a:lnTo>
                  <a:pt x="2938780" y="914400"/>
                </a:lnTo>
                <a:lnTo>
                  <a:pt x="2928620" y="914400"/>
                </a:lnTo>
                <a:lnTo>
                  <a:pt x="2928620" y="1066800"/>
                </a:lnTo>
                <a:lnTo>
                  <a:pt x="2895600" y="1066800"/>
                </a:lnTo>
                <a:lnTo>
                  <a:pt x="2933700" y="1143000"/>
                </a:lnTo>
                <a:lnTo>
                  <a:pt x="2971800" y="1066800"/>
                </a:lnTo>
                <a:close/>
              </a:path>
              <a:path w="6553200" h="4503420">
                <a:moveTo>
                  <a:pt x="2971800" y="152400"/>
                </a:moveTo>
                <a:lnTo>
                  <a:pt x="2938780" y="152400"/>
                </a:lnTo>
                <a:lnTo>
                  <a:pt x="2938780" y="0"/>
                </a:lnTo>
                <a:lnTo>
                  <a:pt x="2928620" y="0"/>
                </a:lnTo>
                <a:lnTo>
                  <a:pt x="2928620" y="152400"/>
                </a:lnTo>
                <a:lnTo>
                  <a:pt x="2895600" y="152400"/>
                </a:lnTo>
                <a:lnTo>
                  <a:pt x="2933700" y="228600"/>
                </a:lnTo>
                <a:lnTo>
                  <a:pt x="2971800" y="152400"/>
                </a:lnTo>
                <a:close/>
              </a:path>
              <a:path w="6553200" h="4503420">
                <a:moveTo>
                  <a:pt x="3009900" y="452120"/>
                </a:moveTo>
                <a:lnTo>
                  <a:pt x="2781300" y="452120"/>
                </a:lnTo>
                <a:lnTo>
                  <a:pt x="2781300" y="419100"/>
                </a:lnTo>
                <a:lnTo>
                  <a:pt x="2705100" y="457200"/>
                </a:lnTo>
                <a:lnTo>
                  <a:pt x="2781300" y="495300"/>
                </a:lnTo>
                <a:lnTo>
                  <a:pt x="2781300" y="462280"/>
                </a:lnTo>
                <a:lnTo>
                  <a:pt x="3009900" y="462280"/>
                </a:lnTo>
                <a:lnTo>
                  <a:pt x="3009900" y="452120"/>
                </a:lnTo>
                <a:close/>
              </a:path>
              <a:path w="6553200" h="4503420">
                <a:moveTo>
                  <a:pt x="3238500" y="680720"/>
                </a:moveTo>
                <a:lnTo>
                  <a:pt x="3009900" y="680720"/>
                </a:lnTo>
                <a:lnTo>
                  <a:pt x="3009900" y="647700"/>
                </a:lnTo>
                <a:lnTo>
                  <a:pt x="2933700" y="685800"/>
                </a:lnTo>
                <a:lnTo>
                  <a:pt x="3009900" y="723900"/>
                </a:lnTo>
                <a:lnTo>
                  <a:pt x="3009900" y="690880"/>
                </a:lnTo>
                <a:lnTo>
                  <a:pt x="3238500" y="690880"/>
                </a:lnTo>
                <a:lnTo>
                  <a:pt x="3238500" y="680720"/>
                </a:lnTo>
                <a:close/>
              </a:path>
              <a:path w="6553200" h="4503420">
                <a:moveTo>
                  <a:pt x="4114800" y="3430270"/>
                </a:moveTo>
                <a:lnTo>
                  <a:pt x="4081780" y="3430270"/>
                </a:lnTo>
                <a:lnTo>
                  <a:pt x="4081780" y="3352800"/>
                </a:lnTo>
                <a:lnTo>
                  <a:pt x="4071620" y="3352800"/>
                </a:lnTo>
                <a:lnTo>
                  <a:pt x="4071620" y="3430270"/>
                </a:lnTo>
                <a:lnTo>
                  <a:pt x="4038600" y="3430270"/>
                </a:lnTo>
                <a:lnTo>
                  <a:pt x="4076700" y="3505200"/>
                </a:lnTo>
                <a:lnTo>
                  <a:pt x="4114800" y="3430270"/>
                </a:lnTo>
                <a:close/>
              </a:path>
              <a:path w="6553200" h="4503420">
                <a:moveTo>
                  <a:pt x="4762500" y="2395220"/>
                </a:moveTo>
                <a:lnTo>
                  <a:pt x="4038600" y="2395220"/>
                </a:lnTo>
                <a:lnTo>
                  <a:pt x="4033520" y="2395220"/>
                </a:lnTo>
                <a:lnTo>
                  <a:pt x="4033520" y="2400300"/>
                </a:lnTo>
                <a:lnTo>
                  <a:pt x="4033520" y="2819400"/>
                </a:lnTo>
                <a:lnTo>
                  <a:pt x="4000500" y="2819400"/>
                </a:lnTo>
                <a:lnTo>
                  <a:pt x="4038600" y="2895600"/>
                </a:lnTo>
                <a:lnTo>
                  <a:pt x="4076700" y="2819400"/>
                </a:lnTo>
                <a:lnTo>
                  <a:pt x="4043680" y="2819400"/>
                </a:lnTo>
                <a:lnTo>
                  <a:pt x="4043680" y="2405380"/>
                </a:lnTo>
                <a:lnTo>
                  <a:pt x="4762500" y="2405380"/>
                </a:lnTo>
                <a:lnTo>
                  <a:pt x="4762500" y="2395220"/>
                </a:lnTo>
                <a:close/>
              </a:path>
              <a:path w="6553200" h="4503420">
                <a:moveTo>
                  <a:pt x="5257800" y="1981200"/>
                </a:moveTo>
                <a:lnTo>
                  <a:pt x="5223510" y="1981200"/>
                </a:lnTo>
                <a:lnTo>
                  <a:pt x="5223510" y="1485900"/>
                </a:lnTo>
                <a:lnTo>
                  <a:pt x="5223510" y="1480832"/>
                </a:lnTo>
                <a:lnTo>
                  <a:pt x="5219700" y="1480832"/>
                </a:lnTo>
                <a:lnTo>
                  <a:pt x="3390900" y="1480832"/>
                </a:lnTo>
                <a:lnTo>
                  <a:pt x="3390900" y="1490980"/>
                </a:lnTo>
                <a:lnTo>
                  <a:pt x="5214620" y="1490980"/>
                </a:lnTo>
                <a:lnTo>
                  <a:pt x="5214620" y="1981200"/>
                </a:lnTo>
                <a:lnTo>
                  <a:pt x="5181600" y="1981200"/>
                </a:lnTo>
                <a:lnTo>
                  <a:pt x="5219700" y="2057400"/>
                </a:lnTo>
                <a:lnTo>
                  <a:pt x="5257800" y="1981200"/>
                </a:lnTo>
                <a:close/>
              </a:path>
              <a:path w="6553200" h="4503420">
                <a:moveTo>
                  <a:pt x="6515100" y="2819400"/>
                </a:moveTo>
                <a:lnTo>
                  <a:pt x="6482080" y="2819400"/>
                </a:lnTo>
                <a:lnTo>
                  <a:pt x="6482080" y="2400300"/>
                </a:lnTo>
                <a:lnTo>
                  <a:pt x="6482080" y="2395220"/>
                </a:lnTo>
                <a:lnTo>
                  <a:pt x="6477000" y="2395220"/>
                </a:lnTo>
                <a:lnTo>
                  <a:pt x="5676900" y="2395220"/>
                </a:lnTo>
                <a:lnTo>
                  <a:pt x="5676900" y="2405380"/>
                </a:lnTo>
                <a:lnTo>
                  <a:pt x="6471920" y="2405380"/>
                </a:lnTo>
                <a:lnTo>
                  <a:pt x="6471920" y="2819400"/>
                </a:lnTo>
                <a:lnTo>
                  <a:pt x="6438900" y="2819400"/>
                </a:lnTo>
                <a:lnTo>
                  <a:pt x="6477000" y="2895600"/>
                </a:lnTo>
                <a:lnTo>
                  <a:pt x="6515100" y="2819400"/>
                </a:lnTo>
                <a:close/>
              </a:path>
              <a:path w="6553200" h="4503420">
                <a:moveTo>
                  <a:pt x="6520180" y="4267200"/>
                </a:moveTo>
                <a:lnTo>
                  <a:pt x="6510020" y="4267200"/>
                </a:lnTo>
                <a:lnTo>
                  <a:pt x="6510020" y="4493260"/>
                </a:lnTo>
                <a:lnTo>
                  <a:pt x="4077970" y="4493260"/>
                </a:lnTo>
                <a:lnTo>
                  <a:pt x="4114800" y="4419600"/>
                </a:lnTo>
                <a:lnTo>
                  <a:pt x="4081780" y="4419600"/>
                </a:lnTo>
                <a:lnTo>
                  <a:pt x="4081780" y="4267200"/>
                </a:lnTo>
                <a:lnTo>
                  <a:pt x="4071620" y="4267200"/>
                </a:lnTo>
                <a:lnTo>
                  <a:pt x="4071620" y="4419600"/>
                </a:lnTo>
                <a:lnTo>
                  <a:pt x="4038600" y="4419600"/>
                </a:lnTo>
                <a:lnTo>
                  <a:pt x="4075430" y="4493260"/>
                </a:lnTo>
                <a:lnTo>
                  <a:pt x="2020570" y="4493260"/>
                </a:lnTo>
                <a:lnTo>
                  <a:pt x="2057400" y="4419600"/>
                </a:lnTo>
                <a:lnTo>
                  <a:pt x="2024367" y="4419600"/>
                </a:lnTo>
                <a:lnTo>
                  <a:pt x="2024367" y="4267200"/>
                </a:lnTo>
                <a:lnTo>
                  <a:pt x="2014220" y="4267200"/>
                </a:lnTo>
                <a:lnTo>
                  <a:pt x="2014220" y="4419600"/>
                </a:lnTo>
                <a:lnTo>
                  <a:pt x="1981200" y="4419600"/>
                </a:lnTo>
                <a:lnTo>
                  <a:pt x="2018030" y="4493260"/>
                </a:lnTo>
                <a:lnTo>
                  <a:pt x="1405890" y="4493260"/>
                </a:lnTo>
                <a:lnTo>
                  <a:pt x="1405890" y="4498340"/>
                </a:lnTo>
                <a:lnTo>
                  <a:pt x="1402080" y="4498340"/>
                </a:lnTo>
                <a:lnTo>
                  <a:pt x="1402080" y="4503420"/>
                </a:lnTo>
                <a:lnTo>
                  <a:pt x="1405890" y="4503420"/>
                </a:lnTo>
                <a:lnTo>
                  <a:pt x="6515100" y="4503420"/>
                </a:lnTo>
                <a:lnTo>
                  <a:pt x="6520180" y="4503420"/>
                </a:lnTo>
                <a:lnTo>
                  <a:pt x="6520180" y="4498340"/>
                </a:lnTo>
                <a:lnTo>
                  <a:pt x="6520180" y="4267200"/>
                </a:lnTo>
                <a:close/>
              </a:path>
              <a:path w="6553200" h="4503420">
                <a:moveTo>
                  <a:pt x="6553200" y="3430270"/>
                </a:moveTo>
                <a:lnTo>
                  <a:pt x="6520180" y="3430270"/>
                </a:lnTo>
                <a:lnTo>
                  <a:pt x="6520180" y="3352800"/>
                </a:lnTo>
                <a:lnTo>
                  <a:pt x="6510020" y="3352800"/>
                </a:lnTo>
                <a:lnTo>
                  <a:pt x="6510020" y="3430270"/>
                </a:lnTo>
                <a:lnTo>
                  <a:pt x="6477000" y="3430270"/>
                </a:lnTo>
                <a:lnTo>
                  <a:pt x="6515100" y="3505200"/>
                </a:lnTo>
                <a:lnTo>
                  <a:pt x="6553200" y="3430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4787900" y="3190240"/>
            <a:ext cx="2364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7525" algn="l"/>
              </a:tabLst>
            </a:pPr>
            <a:r>
              <a:rPr sz="1800" spc="-5" dirty="0">
                <a:latin typeface="Tahoma"/>
                <a:cs typeface="Tahoma"/>
              </a:rPr>
              <a:t>=0	Memory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reference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991869" y="3157220"/>
            <a:ext cx="2493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I/O or reg. reference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1=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806700" y="4028440"/>
            <a:ext cx="31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=1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1374139" y="4071620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0=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150100" y="4028440"/>
            <a:ext cx="316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=1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565140" y="3996690"/>
            <a:ext cx="316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ahoma"/>
                <a:cs typeface="Tahoma"/>
              </a:rPr>
              <a:t>0=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362200" y="2286000"/>
            <a:ext cx="3810000" cy="685800"/>
          </a:xfrm>
          <a:prstGeom prst="rect">
            <a:avLst/>
          </a:prstGeom>
          <a:ln w="9344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394335" marR="716280" indent="320040">
              <a:lnSpc>
                <a:spcPct val="103200"/>
              </a:lnSpc>
              <a:spcBef>
                <a:spcPts val="470"/>
              </a:spcBef>
              <a:tabLst>
                <a:tab pos="724535" algn="l"/>
                <a:tab pos="1968500" algn="l"/>
                <a:tab pos="2224405" algn="l"/>
              </a:tabLst>
            </a:pPr>
            <a:r>
              <a:rPr sz="1800" spc="-5" dirty="0">
                <a:latin typeface="Tahoma"/>
                <a:cs typeface="Tahoma"/>
              </a:rPr>
              <a:t>Decode	IR(12-14)  </a:t>
            </a:r>
            <a:r>
              <a:rPr sz="1800" dirty="0">
                <a:latin typeface="Tahoma"/>
                <a:cs typeface="Tahoma"/>
              </a:rPr>
              <a:t>I	</a:t>
            </a:r>
            <a:r>
              <a:rPr sz="2700" spc="-7" baseline="1543" dirty="0">
                <a:latin typeface="Tahoma"/>
                <a:cs typeface="Tahoma"/>
              </a:rPr>
              <a:t>IR</a:t>
            </a:r>
            <a:r>
              <a:rPr sz="2700" spc="-15" baseline="1543" dirty="0">
                <a:latin typeface="Tahoma"/>
                <a:cs typeface="Tahoma"/>
              </a:rPr>
              <a:t>(</a:t>
            </a:r>
            <a:r>
              <a:rPr sz="2700" spc="7" baseline="1543" dirty="0">
                <a:latin typeface="Tahoma"/>
                <a:cs typeface="Tahoma"/>
              </a:rPr>
              <a:t>1</a:t>
            </a:r>
            <a:r>
              <a:rPr sz="2700" spc="-7" baseline="1543" dirty="0">
                <a:latin typeface="Tahoma"/>
                <a:cs typeface="Tahoma"/>
              </a:rPr>
              <a:t>5</a:t>
            </a:r>
            <a:r>
              <a:rPr sz="2700" baseline="1543" dirty="0">
                <a:latin typeface="Tahoma"/>
                <a:cs typeface="Tahoma"/>
              </a:rPr>
              <a:t>)</a:t>
            </a:r>
            <a:r>
              <a:rPr sz="2700" spc="-7" baseline="1543" dirty="0">
                <a:latin typeface="Tahoma"/>
                <a:cs typeface="Tahoma"/>
              </a:rPr>
              <a:t>,</a:t>
            </a:r>
            <a:r>
              <a:rPr sz="2700" spc="-15" baseline="1543" dirty="0">
                <a:latin typeface="Tahoma"/>
                <a:cs typeface="Tahoma"/>
              </a:rPr>
              <a:t> </a:t>
            </a:r>
            <a:r>
              <a:rPr sz="2700" spc="-7" baseline="1543" dirty="0">
                <a:latin typeface="Tahoma"/>
                <a:cs typeface="Tahoma"/>
              </a:rPr>
              <a:t>AR</a:t>
            </a:r>
            <a:r>
              <a:rPr sz="2700" baseline="1543" dirty="0">
                <a:latin typeface="Tahoma"/>
                <a:cs typeface="Tahoma"/>
              </a:rPr>
              <a:t>		</a:t>
            </a:r>
            <a:r>
              <a:rPr sz="2700" spc="-7" baseline="1543" dirty="0">
                <a:latin typeface="Tahoma"/>
                <a:cs typeface="Tahoma"/>
              </a:rPr>
              <a:t>IR</a:t>
            </a:r>
            <a:r>
              <a:rPr sz="2700" spc="-15" baseline="1543" dirty="0">
                <a:latin typeface="Tahoma"/>
                <a:cs typeface="Tahoma"/>
              </a:rPr>
              <a:t>(</a:t>
            </a:r>
            <a:r>
              <a:rPr sz="2700" spc="7" baseline="1543" dirty="0">
                <a:latin typeface="Tahoma"/>
                <a:cs typeface="Tahoma"/>
              </a:rPr>
              <a:t>0-</a:t>
            </a:r>
            <a:r>
              <a:rPr sz="2700" spc="-7" baseline="1543" dirty="0">
                <a:latin typeface="Tahoma"/>
                <a:cs typeface="Tahoma"/>
              </a:rPr>
              <a:t>1</a:t>
            </a:r>
            <a:r>
              <a:rPr sz="2700" spc="7" baseline="1543" dirty="0">
                <a:latin typeface="Tahoma"/>
                <a:cs typeface="Tahoma"/>
              </a:rPr>
              <a:t>1</a:t>
            </a:r>
            <a:r>
              <a:rPr sz="2700" baseline="1543" dirty="0">
                <a:latin typeface="Tahoma"/>
                <a:cs typeface="Tahoma"/>
              </a:rPr>
              <a:t>)</a:t>
            </a:r>
            <a:endParaRPr sz="2700" baseline="1543">
              <a:latin typeface="Tahoma"/>
              <a:cs typeface="Tahoma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2895600" y="2705099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152400" y="33020"/>
                </a:moveTo>
                <a:lnTo>
                  <a:pt x="74930" y="33020"/>
                </a:lnTo>
                <a:lnTo>
                  <a:pt x="74930" y="0"/>
                </a:lnTo>
                <a:lnTo>
                  <a:pt x="0" y="38100"/>
                </a:lnTo>
                <a:lnTo>
                  <a:pt x="74930" y="76200"/>
                </a:lnTo>
                <a:lnTo>
                  <a:pt x="74930" y="43180"/>
                </a:lnTo>
                <a:lnTo>
                  <a:pt x="152400" y="43180"/>
                </a:lnTo>
                <a:lnTo>
                  <a:pt x="1524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AutoShape 2" descr="BASIC COMPUTER ORGANIZATION AND DESIGN - ppt downloa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AutoShape 4" descr="BASIC COMPUTER ORGANIZATION AND DESIGN - ppt downloa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81" name="Picture 5" descr="C:\Users\RGUKT\Downloads\maxresdefaul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38735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Fetch</a:t>
            </a:r>
            <a:r>
              <a:rPr spc="-35" dirty="0"/>
              <a:t> </a:t>
            </a:r>
            <a:r>
              <a:rPr spc="-5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110" y="2085339"/>
            <a:ext cx="2076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4010" y="2002790"/>
            <a:ext cx="6383020" cy="18275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40"/>
              </a:spcBef>
            </a:pPr>
            <a:r>
              <a:rPr sz="3200" dirty="0">
                <a:latin typeface="Tahoma"/>
                <a:cs typeface="Tahoma"/>
              </a:rPr>
              <a:t>The </a:t>
            </a:r>
            <a:r>
              <a:rPr sz="3200" spc="-5" dirty="0">
                <a:latin typeface="Tahoma"/>
                <a:cs typeface="Tahoma"/>
              </a:rPr>
              <a:t>circuit </a:t>
            </a:r>
            <a:r>
              <a:rPr sz="3200" dirty="0">
                <a:latin typeface="Tahoma"/>
                <a:cs typeface="Tahoma"/>
              </a:rPr>
              <a:t>comprises of </a:t>
            </a:r>
            <a:r>
              <a:rPr sz="3200" spc="-5" dirty="0">
                <a:latin typeface="Tahoma"/>
                <a:cs typeface="Tahoma"/>
              </a:rPr>
              <a:t>various  </a:t>
            </a:r>
            <a:r>
              <a:rPr sz="3200" dirty="0">
                <a:latin typeface="Tahoma"/>
                <a:cs typeface="Tahoma"/>
              </a:rPr>
              <a:t>registers, </a:t>
            </a:r>
            <a:r>
              <a:rPr sz="3200" spc="-5" dirty="0">
                <a:latin typeface="Tahoma"/>
                <a:cs typeface="Tahoma"/>
              </a:rPr>
              <a:t>memory unit </a:t>
            </a:r>
            <a:r>
              <a:rPr sz="3200" dirty="0">
                <a:latin typeface="Tahoma"/>
                <a:cs typeface="Tahoma"/>
              </a:rPr>
              <a:t>I/O devices,  </a:t>
            </a:r>
            <a:r>
              <a:rPr sz="3200" spc="-5" dirty="0">
                <a:latin typeface="Tahoma"/>
                <a:cs typeface="Tahoma"/>
              </a:rPr>
              <a:t>control and timing unit </a:t>
            </a:r>
            <a:r>
              <a:rPr sz="3200" dirty="0">
                <a:latin typeface="Tahoma"/>
                <a:cs typeface="Tahoma"/>
              </a:rPr>
              <a:t>ALU </a:t>
            </a:r>
            <a:r>
              <a:rPr sz="3200" spc="-5" dirty="0">
                <a:latin typeface="Tahoma"/>
                <a:cs typeface="Tahoma"/>
              </a:rPr>
              <a:t>and </a:t>
            </a:r>
            <a:r>
              <a:rPr sz="3200" dirty="0">
                <a:latin typeface="Tahoma"/>
                <a:cs typeface="Tahoma"/>
              </a:rPr>
              <a:t>a  </a:t>
            </a:r>
            <a:r>
              <a:rPr sz="3200" spc="-5" dirty="0">
                <a:latin typeface="Tahoma"/>
                <a:cs typeface="Tahoma"/>
              </a:rPr>
              <a:t>common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bus.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1110" y="3940809"/>
            <a:ext cx="2076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010" y="3806190"/>
            <a:ext cx="4519930" cy="110490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1141730" algn="l"/>
              </a:tabLst>
            </a:pPr>
            <a:r>
              <a:rPr sz="3200" spc="-5" dirty="0">
                <a:latin typeface="Tahoma"/>
                <a:cs typeface="Tahoma"/>
              </a:rPr>
              <a:t>AR	PC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1050290" algn="l"/>
                <a:tab pos="3521710" algn="l"/>
              </a:tabLst>
            </a:pPr>
            <a:r>
              <a:rPr sz="3200" spc="5" dirty="0">
                <a:latin typeface="Tahoma"/>
                <a:cs typeface="Tahoma"/>
              </a:rPr>
              <a:t>I</a:t>
            </a:r>
            <a:r>
              <a:rPr sz="3200" spc="-5" dirty="0">
                <a:latin typeface="Tahoma"/>
                <a:cs typeface="Tahoma"/>
              </a:rPr>
              <a:t>R</a:t>
            </a:r>
            <a:r>
              <a:rPr sz="3200" dirty="0">
                <a:latin typeface="Tahoma"/>
                <a:cs typeface="Tahoma"/>
              </a:rPr>
              <a:t>	</a:t>
            </a:r>
            <a:r>
              <a:rPr sz="3200" spc="-5" dirty="0">
                <a:latin typeface="Tahoma"/>
                <a:cs typeface="Tahoma"/>
              </a:rPr>
              <a:t>M</a:t>
            </a:r>
            <a:r>
              <a:rPr sz="3200" dirty="0">
                <a:latin typeface="Tahoma"/>
                <a:cs typeface="Tahoma"/>
              </a:rPr>
              <a:t>[</a:t>
            </a:r>
            <a:r>
              <a:rPr sz="3200" spc="-5" dirty="0">
                <a:latin typeface="Tahoma"/>
                <a:cs typeface="Tahoma"/>
              </a:rPr>
              <a:t>AR</a:t>
            </a:r>
            <a:r>
              <a:rPr sz="3200" spc="-10" dirty="0">
                <a:latin typeface="Tahoma"/>
                <a:cs typeface="Tahoma"/>
              </a:rPr>
              <a:t>]</a:t>
            </a:r>
            <a:r>
              <a:rPr sz="3200" spc="-5" dirty="0">
                <a:latin typeface="Tahoma"/>
                <a:cs typeface="Tahoma"/>
              </a:rPr>
              <a:t>,</a:t>
            </a:r>
            <a:r>
              <a:rPr sz="320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PC</a:t>
            </a:r>
            <a:r>
              <a:rPr sz="3200" dirty="0">
                <a:latin typeface="Tahoma"/>
                <a:cs typeface="Tahoma"/>
              </a:rPr>
              <a:t>	</a:t>
            </a:r>
            <a:r>
              <a:rPr sz="3200" spc="5" dirty="0">
                <a:latin typeface="Tahoma"/>
                <a:cs typeface="Tahoma"/>
              </a:rPr>
              <a:t>P</a:t>
            </a:r>
            <a:r>
              <a:rPr sz="3200" spc="-10" dirty="0">
                <a:latin typeface="Tahoma"/>
                <a:cs typeface="Tahoma"/>
              </a:rPr>
              <a:t>C</a:t>
            </a:r>
            <a:r>
              <a:rPr sz="3200" spc="-15" dirty="0">
                <a:latin typeface="Tahoma"/>
                <a:cs typeface="Tahoma"/>
              </a:rPr>
              <a:t>+</a:t>
            </a:r>
            <a:r>
              <a:rPr sz="3200" dirty="0">
                <a:latin typeface="Tahoma"/>
                <a:cs typeface="Tahoma"/>
              </a:rPr>
              <a:t>1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110" y="4480559"/>
            <a:ext cx="2076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1110" y="5020309"/>
            <a:ext cx="207645" cy="3181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1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90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4010" y="4937759"/>
            <a:ext cx="6874509" cy="95123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3450"/>
              </a:lnSpc>
              <a:spcBef>
                <a:spcPts val="540"/>
              </a:spcBef>
            </a:pPr>
            <a:r>
              <a:rPr sz="3200" dirty="0">
                <a:latin typeface="Tahoma"/>
                <a:cs typeface="Tahoma"/>
              </a:rPr>
              <a:t>The </a:t>
            </a:r>
            <a:r>
              <a:rPr sz="3200" spc="-5" dirty="0">
                <a:latin typeface="Tahoma"/>
                <a:cs typeface="Tahoma"/>
              </a:rPr>
              <a:t>instruction </a:t>
            </a:r>
            <a:r>
              <a:rPr sz="3200" dirty="0">
                <a:latin typeface="Tahoma"/>
                <a:cs typeface="Tahoma"/>
              </a:rPr>
              <a:t>read </a:t>
            </a:r>
            <a:r>
              <a:rPr sz="3200" spc="-5" dirty="0">
                <a:latin typeface="Tahoma"/>
                <a:cs typeface="Tahoma"/>
              </a:rPr>
              <a:t>from </a:t>
            </a:r>
            <a:r>
              <a:rPr sz="3200" dirty="0">
                <a:latin typeface="Tahoma"/>
                <a:cs typeface="Tahoma"/>
              </a:rPr>
              <a:t>memory is  </a:t>
            </a:r>
            <a:r>
              <a:rPr sz="3200" spc="-5" dirty="0">
                <a:latin typeface="Tahoma"/>
                <a:cs typeface="Tahoma"/>
              </a:rPr>
              <a:t>then </a:t>
            </a:r>
            <a:r>
              <a:rPr sz="3200" dirty="0">
                <a:latin typeface="Tahoma"/>
                <a:cs typeface="Tahoma"/>
              </a:rPr>
              <a:t>placed </a:t>
            </a:r>
            <a:r>
              <a:rPr sz="3200" spc="-5" dirty="0">
                <a:latin typeface="Tahoma"/>
                <a:cs typeface="Tahoma"/>
              </a:rPr>
              <a:t>in the instruction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register.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33600" y="40767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457200" y="33020"/>
                </a:moveTo>
                <a:lnTo>
                  <a:pt x="76200" y="3302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3180"/>
                </a:lnTo>
                <a:lnTo>
                  <a:pt x="457200" y="43180"/>
                </a:lnTo>
                <a:lnTo>
                  <a:pt x="4572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33600" y="4610100"/>
            <a:ext cx="457200" cy="76200"/>
          </a:xfrm>
          <a:custGeom>
            <a:avLst/>
            <a:gdLst/>
            <a:ahLst/>
            <a:cxnLst/>
            <a:rect l="l" t="t" r="r" b="b"/>
            <a:pathLst>
              <a:path w="457200" h="76200">
                <a:moveTo>
                  <a:pt x="457200" y="33020"/>
                </a:moveTo>
                <a:lnTo>
                  <a:pt x="76200" y="3302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3180"/>
                </a:lnTo>
                <a:lnTo>
                  <a:pt x="457200" y="43180"/>
                </a:lnTo>
                <a:lnTo>
                  <a:pt x="4572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48200" y="46101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81000" y="33020"/>
                </a:moveTo>
                <a:lnTo>
                  <a:pt x="76200" y="3302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3180"/>
                </a:lnTo>
                <a:lnTo>
                  <a:pt x="381000" y="43180"/>
                </a:lnTo>
                <a:lnTo>
                  <a:pt x="3810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43700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Decode</a:t>
            </a:r>
            <a:r>
              <a:rPr spc="-35" dirty="0"/>
              <a:t> </a:t>
            </a:r>
            <a:r>
              <a:rPr spc="-5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110" y="1965959"/>
            <a:ext cx="7003415" cy="793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>
              <a:lnSpc>
                <a:spcPts val="2690"/>
              </a:lnSpc>
              <a:spcBef>
                <a:spcPts val="74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10" dirty="0">
                <a:latin typeface="Tahoma"/>
                <a:cs typeface="Tahoma"/>
              </a:rPr>
              <a:t>In </a:t>
            </a:r>
            <a:r>
              <a:rPr sz="2800" dirty="0">
                <a:latin typeface="Tahoma"/>
                <a:cs typeface="Tahoma"/>
              </a:rPr>
              <a:t>decode </a:t>
            </a:r>
            <a:r>
              <a:rPr sz="2800" spc="-5" dirty="0">
                <a:latin typeface="Tahoma"/>
                <a:cs typeface="Tahoma"/>
              </a:rPr>
              <a:t>operation </a:t>
            </a:r>
            <a:r>
              <a:rPr sz="2800" dirty="0">
                <a:latin typeface="Tahoma"/>
                <a:cs typeface="Tahoma"/>
              </a:rPr>
              <a:t>processor decode </a:t>
            </a:r>
            <a:r>
              <a:rPr sz="2800" spc="-5" dirty="0">
                <a:latin typeface="Tahoma"/>
                <a:cs typeface="Tahoma"/>
              </a:rPr>
              <a:t>the  instruction which is fetched from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memory.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1110" y="2810510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04010" y="2736850"/>
            <a:ext cx="6926580" cy="251333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25425" marR="1731010" indent="-213360">
              <a:lnSpc>
                <a:spcPct val="100899"/>
              </a:lnSpc>
              <a:spcBef>
                <a:spcPts val="70"/>
              </a:spcBef>
              <a:tabLst>
                <a:tab pos="700405" algn="l"/>
                <a:tab pos="1104265" algn="l"/>
                <a:tab pos="3658235" algn="l"/>
              </a:tabLst>
            </a:pPr>
            <a:r>
              <a:rPr sz="2800" dirty="0">
                <a:latin typeface="Tahoma"/>
                <a:cs typeface="Tahoma"/>
              </a:rPr>
              <a:t>I		</a:t>
            </a:r>
            <a:r>
              <a:rPr sz="2800" spc="5" dirty="0">
                <a:latin typeface="Tahoma"/>
                <a:cs typeface="Tahoma"/>
              </a:rPr>
              <a:t>I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15" dirty="0">
                <a:latin typeface="Tahoma"/>
                <a:cs typeface="Tahoma"/>
              </a:rPr>
              <a:t>(</a:t>
            </a:r>
            <a:r>
              <a:rPr sz="2800" dirty="0">
                <a:latin typeface="Tahoma"/>
                <a:cs typeface="Tahoma"/>
              </a:rPr>
              <a:t>1</a:t>
            </a:r>
            <a:r>
              <a:rPr sz="2800" spc="-10" dirty="0">
                <a:latin typeface="Tahoma"/>
                <a:cs typeface="Tahoma"/>
              </a:rPr>
              <a:t>5)</a:t>
            </a:r>
            <a:r>
              <a:rPr sz="2800" spc="-5" dirty="0">
                <a:latin typeface="Tahoma"/>
                <a:cs typeface="Tahoma"/>
              </a:rPr>
              <a:t>,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</a:t>
            </a:r>
            <a:r>
              <a:rPr sz="2800" spc="5" dirty="0">
                <a:latin typeface="Tahoma"/>
                <a:cs typeface="Tahoma"/>
              </a:rPr>
              <a:t>ec</a:t>
            </a:r>
            <a:r>
              <a:rPr sz="2800" dirty="0">
                <a:latin typeface="Tahoma"/>
                <a:cs typeface="Tahoma"/>
              </a:rPr>
              <a:t>o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dirty="0">
                <a:latin typeface="Tahoma"/>
                <a:cs typeface="Tahoma"/>
              </a:rPr>
              <a:t>e	</a:t>
            </a:r>
            <a:r>
              <a:rPr sz="2800" spc="5" dirty="0">
                <a:latin typeface="Tahoma"/>
                <a:cs typeface="Tahoma"/>
              </a:rPr>
              <a:t>I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15" dirty="0">
                <a:latin typeface="Tahoma"/>
                <a:cs typeface="Tahoma"/>
              </a:rPr>
              <a:t>(</a:t>
            </a:r>
            <a:r>
              <a:rPr sz="2800" dirty="0">
                <a:latin typeface="Tahoma"/>
                <a:cs typeface="Tahoma"/>
              </a:rPr>
              <a:t>1</a:t>
            </a:r>
            <a:r>
              <a:rPr sz="2800" spc="-10" dirty="0">
                <a:latin typeface="Tahoma"/>
                <a:cs typeface="Tahoma"/>
              </a:rPr>
              <a:t>2</a:t>
            </a:r>
            <a:r>
              <a:rPr sz="2800" dirty="0">
                <a:latin typeface="Tahoma"/>
                <a:cs typeface="Tahoma"/>
              </a:rPr>
              <a:t>-1</a:t>
            </a:r>
            <a:r>
              <a:rPr sz="2800" spc="-10" dirty="0">
                <a:latin typeface="Tahoma"/>
                <a:cs typeface="Tahoma"/>
              </a:rPr>
              <a:t>4</a:t>
            </a:r>
            <a:r>
              <a:rPr sz="2800" dirty="0">
                <a:latin typeface="Tahoma"/>
                <a:cs typeface="Tahoma"/>
              </a:rPr>
              <a:t>)  </a:t>
            </a:r>
            <a:r>
              <a:rPr sz="2800" spc="-5" dirty="0">
                <a:latin typeface="Tahoma"/>
                <a:cs typeface="Tahoma"/>
              </a:rPr>
              <a:t>AR		IR(0-11)</a:t>
            </a:r>
            <a:endParaRPr sz="2800">
              <a:latin typeface="Tahoma"/>
              <a:cs typeface="Tahoma"/>
            </a:endParaRPr>
          </a:p>
          <a:p>
            <a:pPr marL="346075" marR="5080" indent="-223520">
              <a:lnSpc>
                <a:spcPts val="2690"/>
              </a:lnSpc>
              <a:spcBef>
                <a:spcPts val="665"/>
              </a:spcBef>
            </a:pPr>
            <a:r>
              <a:rPr sz="2800" spc="-5" dirty="0">
                <a:latin typeface="Tahoma"/>
                <a:cs typeface="Tahoma"/>
              </a:rPr>
              <a:t>0-11 bits </a:t>
            </a:r>
            <a:r>
              <a:rPr sz="2800" spc="-10" dirty="0">
                <a:latin typeface="Tahoma"/>
                <a:cs typeface="Tahoma"/>
              </a:rPr>
              <a:t>in </a:t>
            </a:r>
            <a:r>
              <a:rPr sz="2800" spc="-5" dirty="0">
                <a:latin typeface="Tahoma"/>
                <a:cs typeface="Tahoma"/>
              </a:rPr>
              <a:t>the instruction format are </a:t>
            </a:r>
            <a:r>
              <a:rPr sz="2800" dirty="0">
                <a:latin typeface="Tahoma"/>
                <a:cs typeface="Tahoma"/>
              </a:rPr>
              <a:t>store  </a:t>
            </a:r>
            <a:r>
              <a:rPr sz="2800" spc="-10" dirty="0">
                <a:latin typeface="Tahoma"/>
                <a:cs typeface="Tahoma"/>
              </a:rPr>
              <a:t>in </a:t>
            </a:r>
            <a:r>
              <a:rPr sz="2800" spc="-5" dirty="0">
                <a:latin typeface="Tahoma"/>
                <a:cs typeface="Tahoma"/>
              </a:rPr>
              <a:t>the address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register.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800" spc="-5" dirty="0">
                <a:latin typeface="Tahoma"/>
                <a:cs typeface="Tahoma"/>
              </a:rPr>
              <a:t>12-14 bits are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decoded.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800" spc="-5" dirty="0">
                <a:latin typeface="Tahoma"/>
                <a:cs typeface="Tahoma"/>
              </a:rPr>
              <a:t>15 bit is </a:t>
            </a:r>
            <a:r>
              <a:rPr sz="2800" dirty="0">
                <a:latin typeface="Tahoma"/>
                <a:cs typeface="Tahoma"/>
              </a:rPr>
              <a:t>I </a:t>
            </a:r>
            <a:r>
              <a:rPr sz="2800" spc="-5" dirty="0">
                <a:latin typeface="Tahoma"/>
                <a:cs typeface="Tahoma"/>
              </a:rPr>
              <a:t>means </a:t>
            </a:r>
            <a:r>
              <a:rPr sz="2800" dirty="0">
                <a:latin typeface="Tahoma"/>
                <a:cs typeface="Tahoma"/>
              </a:rPr>
              <a:t>direct or </a:t>
            </a:r>
            <a:r>
              <a:rPr sz="2800" spc="-5" dirty="0">
                <a:latin typeface="Tahoma"/>
                <a:cs typeface="Tahoma"/>
              </a:rPr>
              <a:t>indirect</a:t>
            </a:r>
            <a:r>
              <a:rPr sz="2800" spc="-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address.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1110" y="3670300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110" y="4441190"/>
            <a:ext cx="184785" cy="7124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28800" y="2933699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81000" y="33020"/>
                </a:moveTo>
                <a:lnTo>
                  <a:pt x="76200" y="3302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3180"/>
                </a:lnTo>
                <a:lnTo>
                  <a:pt x="381000" y="43180"/>
                </a:lnTo>
                <a:lnTo>
                  <a:pt x="3810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00600" y="2933699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81000" y="33020"/>
                </a:moveTo>
                <a:lnTo>
                  <a:pt x="76200" y="3302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3180"/>
                </a:lnTo>
                <a:lnTo>
                  <a:pt x="381000" y="43180"/>
                </a:lnTo>
                <a:lnTo>
                  <a:pt x="3810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6000" y="33909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81000" y="33020"/>
                </a:moveTo>
                <a:lnTo>
                  <a:pt x="76200" y="3302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3180"/>
                </a:lnTo>
                <a:lnTo>
                  <a:pt x="381000" y="43180"/>
                </a:lnTo>
                <a:lnTo>
                  <a:pt x="3810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50126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</a:t>
            </a:r>
            <a:r>
              <a:rPr spc="-40" dirty="0"/>
              <a:t> </a:t>
            </a:r>
            <a:r>
              <a:rPr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110" y="2039619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5119" y="1965959"/>
            <a:ext cx="6495415" cy="40551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1590" marR="5080">
              <a:lnSpc>
                <a:spcPts val="2690"/>
              </a:lnSpc>
              <a:spcBef>
                <a:spcPts val="745"/>
              </a:spcBef>
            </a:pPr>
            <a:r>
              <a:rPr sz="2800" spc="-5" dirty="0">
                <a:latin typeface="Tahoma"/>
                <a:cs typeface="Tahoma"/>
              </a:rPr>
              <a:t>After decoding the instruction, the timing  </a:t>
            </a:r>
            <a:r>
              <a:rPr sz="2800" spc="-10" dirty="0">
                <a:latin typeface="Tahoma"/>
                <a:cs typeface="Tahoma"/>
              </a:rPr>
              <a:t>signal </a:t>
            </a:r>
            <a:r>
              <a:rPr sz="2800" spc="-5" dirty="0">
                <a:latin typeface="Tahoma"/>
                <a:cs typeface="Tahoma"/>
              </a:rPr>
              <a:t>that 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active.</a:t>
            </a:r>
            <a:endParaRPr sz="2800">
              <a:latin typeface="Tahoma"/>
              <a:cs typeface="Tahoma"/>
            </a:endParaRPr>
          </a:p>
          <a:p>
            <a:pPr marL="21590">
              <a:lnSpc>
                <a:spcPct val="100000"/>
              </a:lnSpc>
              <a:spcBef>
                <a:spcPts val="45"/>
              </a:spcBef>
            </a:pPr>
            <a:r>
              <a:rPr sz="2800" spc="-5" dirty="0">
                <a:latin typeface="Tahoma"/>
                <a:cs typeface="Tahoma"/>
              </a:rPr>
              <a:t>There are three types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instruction:-</a:t>
            </a:r>
            <a:endParaRPr sz="2800">
              <a:latin typeface="Tahoma"/>
              <a:cs typeface="Tahoma"/>
            </a:endParaRPr>
          </a:p>
          <a:p>
            <a:pPr marL="451484" indent="-439420">
              <a:lnSpc>
                <a:spcPct val="100000"/>
              </a:lnSpc>
              <a:spcBef>
                <a:spcPts val="30"/>
              </a:spcBef>
              <a:buAutoNum type="arabicParenR"/>
              <a:tabLst>
                <a:tab pos="452120" algn="l"/>
              </a:tabLst>
            </a:pPr>
            <a:r>
              <a:rPr sz="2800" spc="-5" dirty="0">
                <a:latin typeface="Tahoma"/>
                <a:cs typeface="Tahoma"/>
              </a:rPr>
              <a:t>Memory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Reference</a:t>
            </a:r>
            <a:endParaRPr sz="2800">
              <a:latin typeface="Tahoma"/>
              <a:cs typeface="Tahoma"/>
            </a:endParaRPr>
          </a:p>
          <a:p>
            <a:pPr marL="451484" indent="-439420">
              <a:lnSpc>
                <a:spcPct val="100000"/>
              </a:lnSpc>
              <a:spcBef>
                <a:spcPts val="20"/>
              </a:spcBef>
              <a:buAutoNum type="arabicParenR"/>
              <a:tabLst>
                <a:tab pos="452120" algn="l"/>
              </a:tabLst>
            </a:pPr>
            <a:r>
              <a:rPr sz="2800" spc="-5" dirty="0">
                <a:latin typeface="Tahoma"/>
                <a:cs typeface="Tahoma"/>
              </a:rPr>
              <a:t>Register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Reference</a:t>
            </a:r>
            <a:endParaRPr sz="2800">
              <a:latin typeface="Tahoma"/>
              <a:cs typeface="Tahoma"/>
            </a:endParaRPr>
          </a:p>
          <a:p>
            <a:pPr marL="451484" indent="-439420">
              <a:lnSpc>
                <a:spcPct val="100000"/>
              </a:lnSpc>
              <a:spcBef>
                <a:spcPts val="30"/>
              </a:spcBef>
              <a:buAutoNum type="arabicParenR"/>
              <a:tabLst>
                <a:tab pos="452120" algn="l"/>
              </a:tabLst>
            </a:pPr>
            <a:r>
              <a:rPr sz="2800" dirty="0">
                <a:latin typeface="Tahoma"/>
                <a:cs typeface="Tahoma"/>
              </a:rPr>
              <a:t>I/O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Reference</a:t>
            </a:r>
            <a:endParaRPr sz="2800">
              <a:latin typeface="Tahoma"/>
              <a:cs typeface="Tahoma"/>
            </a:endParaRPr>
          </a:p>
          <a:p>
            <a:pPr marL="21590" marR="553720">
              <a:lnSpc>
                <a:spcPts val="2690"/>
              </a:lnSpc>
              <a:spcBef>
                <a:spcPts val="665"/>
              </a:spcBef>
            </a:pPr>
            <a:r>
              <a:rPr sz="2800" spc="-5" dirty="0">
                <a:latin typeface="Tahoma"/>
                <a:cs typeface="Tahoma"/>
              </a:rPr>
              <a:t>If D=1 and IR(15)=0, that means </a:t>
            </a:r>
            <a:r>
              <a:rPr sz="2800" spc="-10" dirty="0">
                <a:latin typeface="Tahoma"/>
                <a:cs typeface="Tahoma"/>
              </a:rPr>
              <a:t>the  </a:t>
            </a:r>
            <a:r>
              <a:rPr sz="2800" spc="-5" dirty="0">
                <a:latin typeface="Tahoma"/>
                <a:cs typeface="Tahoma"/>
              </a:rPr>
              <a:t>instruction </a:t>
            </a:r>
            <a:r>
              <a:rPr sz="2800" dirty="0">
                <a:latin typeface="Tahoma"/>
                <a:cs typeface="Tahoma"/>
              </a:rPr>
              <a:t>is </a:t>
            </a:r>
            <a:r>
              <a:rPr sz="2800" spc="-5" dirty="0">
                <a:latin typeface="Tahoma"/>
                <a:cs typeface="Tahoma"/>
              </a:rPr>
              <a:t>register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reference.</a:t>
            </a:r>
            <a:endParaRPr sz="2800">
              <a:latin typeface="Tahoma"/>
              <a:cs typeface="Tahoma"/>
            </a:endParaRPr>
          </a:p>
          <a:p>
            <a:pPr marL="21590" marR="594995">
              <a:lnSpc>
                <a:spcPts val="2690"/>
              </a:lnSpc>
              <a:spcBef>
                <a:spcPts val="690"/>
              </a:spcBef>
            </a:pPr>
            <a:r>
              <a:rPr sz="2800" spc="-5" dirty="0">
                <a:latin typeface="Tahoma"/>
                <a:cs typeface="Tahoma"/>
              </a:rPr>
              <a:t>If d=1 and IR(15)=1, that means the  instruction </a:t>
            </a:r>
            <a:r>
              <a:rPr sz="2800" dirty="0">
                <a:latin typeface="Tahoma"/>
                <a:cs typeface="Tahoma"/>
              </a:rPr>
              <a:t>is I/O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reference.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1110" y="2810510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1110" y="4530090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110" y="5300979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360" y="948690"/>
            <a:ext cx="50126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Execution</a:t>
            </a:r>
            <a:r>
              <a:rPr spc="-40" dirty="0"/>
              <a:t> </a:t>
            </a:r>
            <a:r>
              <a:rPr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110" y="2039619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4010" y="1965959"/>
            <a:ext cx="6717665" cy="19062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775"/>
              </a:spcBef>
            </a:pPr>
            <a:r>
              <a:rPr sz="2800" spc="-5" dirty="0">
                <a:latin typeface="Tahoma"/>
                <a:cs typeface="Tahoma"/>
              </a:rPr>
              <a:t>If D=0 and IR(15)=0, that means memory  </a:t>
            </a:r>
            <a:r>
              <a:rPr sz="2800" dirty="0">
                <a:latin typeface="Tahoma"/>
                <a:cs typeface="Tahoma"/>
              </a:rPr>
              <a:t>reference </a:t>
            </a:r>
            <a:r>
              <a:rPr sz="2800" spc="-5" dirty="0">
                <a:latin typeface="Tahoma"/>
                <a:cs typeface="Tahoma"/>
              </a:rPr>
              <a:t>instruction </a:t>
            </a:r>
            <a:r>
              <a:rPr sz="2800" dirty="0">
                <a:latin typeface="Tahoma"/>
                <a:cs typeface="Tahoma"/>
              </a:rPr>
              <a:t>is direct </a:t>
            </a:r>
            <a:r>
              <a:rPr sz="2800" spc="-5" dirty="0">
                <a:latin typeface="Tahoma"/>
                <a:cs typeface="Tahoma"/>
              </a:rPr>
              <a:t>address  instruction.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ts val="2690"/>
              </a:lnSpc>
              <a:spcBef>
                <a:spcPts val="675"/>
              </a:spcBef>
            </a:pPr>
            <a:r>
              <a:rPr sz="2800" spc="-5" dirty="0">
                <a:latin typeface="Tahoma"/>
                <a:cs typeface="Tahoma"/>
              </a:rPr>
              <a:t>If D=0 and IR(15)=1, that means memory  </a:t>
            </a:r>
            <a:r>
              <a:rPr sz="2800" dirty="0">
                <a:latin typeface="Tahoma"/>
                <a:cs typeface="Tahoma"/>
              </a:rPr>
              <a:t>reference </a:t>
            </a:r>
            <a:r>
              <a:rPr sz="2800" spc="-5" dirty="0">
                <a:latin typeface="Tahoma"/>
                <a:cs typeface="Tahoma"/>
              </a:rPr>
              <a:t>instruction </a:t>
            </a:r>
            <a:r>
              <a:rPr sz="2800" dirty="0">
                <a:latin typeface="Tahoma"/>
                <a:cs typeface="Tahoma"/>
              </a:rPr>
              <a:t>is </a:t>
            </a:r>
            <a:r>
              <a:rPr sz="2800" spc="-5" dirty="0">
                <a:latin typeface="Tahoma"/>
                <a:cs typeface="Tahoma"/>
              </a:rPr>
              <a:t>indirect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address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1110" y="3152139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4010" y="3760470"/>
            <a:ext cx="17710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ahoma"/>
                <a:cs typeface="Tahoma"/>
              </a:rPr>
              <a:t>instruction.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110" y="4264660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04010" y="4191000"/>
            <a:ext cx="6685280" cy="793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745"/>
              </a:spcBef>
              <a:tabLst>
                <a:tab pos="1002665" algn="l"/>
              </a:tabLst>
            </a:pPr>
            <a:r>
              <a:rPr sz="2800" spc="-5" dirty="0">
                <a:latin typeface="Tahoma"/>
                <a:cs typeface="Tahoma"/>
              </a:rPr>
              <a:t>AR	M[AR], AR holds the address part </a:t>
            </a:r>
            <a:r>
              <a:rPr sz="2800" dirty="0">
                <a:latin typeface="Tahoma"/>
                <a:cs typeface="Tahoma"/>
              </a:rPr>
              <a:t>of  </a:t>
            </a:r>
            <a:r>
              <a:rPr sz="2800" spc="-5" dirty="0">
                <a:latin typeface="Tahoma"/>
                <a:cs typeface="Tahoma"/>
              </a:rPr>
              <a:t>the instruction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1110" y="5035550"/>
            <a:ext cx="184785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spc="20" dirty="0">
                <a:solidFill>
                  <a:srgbClr val="3333CC"/>
                </a:solidFill>
                <a:latin typeface="Wingdings"/>
                <a:cs typeface="Wingdings"/>
              </a:rPr>
              <a:t>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04010" y="4961890"/>
            <a:ext cx="7252334" cy="7937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 marR="5080">
              <a:lnSpc>
                <a:spcPts val="2690"/>
              </a:lnSpc>
              <a:spcBef>
                <a:spcPts val="745"/>
              </a:spcBef>
            </a:pPr>
            <a:r>
              <a:rPr sz="2800" spc="-5" dirty="0">
                <a:latin typeface="Tahoma"/>
                <a:cs typeface="Tahoma"/>
              </a:rPr>
              <a:t>After the instruction is executed, SC is cleared  to </a:t>
            </a:r>
            <a:r>
              <a:rPr sz="2800" dirty="0">
                <a:latin typeface="Tahoma"/>
                <a:cs typeface="Tahoma"/>
              </a:rPr>
              <a:t>0 </a:t>
            </a:r>
            <a:r>
              <a:rPr sz="2800" spc="-5" dirty="0">
                <a:latin typeface="Tahoma"/>
                <a:cs typeface="Tahoma"/>
              </a:rPr>
              <a:t>and control returns </a:t>
            </a:r>
            <a:r>
              <a:rPr sz="2800" dirty="0">
                <a:latin typeface="Tahoma"/>
                <a:cs typeface="Tahoma"/>
              </a:rPr>
              <a:t>to </a:t>
            </a:r>
            <a:r>
              <a:rPr sz="2800" spc="-5" dirty="0">
                <a:latin typeface="Tahoma"/>
                <a:cs typeface="Tahoma"/>
              </a:rPr>
              <a:t>the fetch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phase.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33600" y="43815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81000" y="33020"/>
                </a:moveTo>
                <a:lnTo>
                  <a:pt x="76200" y="33020"/>
                </a:lnTo>
                <a:lnTo>
                  <a:pt x="76200" y="0"/>
                </a:lnTo>
                <a:lnTo>
                  <a:pt x="0" y="38100"/>
                </a:lnTo>
                <a:lnTo>
                  <a:pt x="76200" y="76200"/>
                </a:lnTo>
                <a:lnTo>
                  <a:pt x="76200" y="43180"/>
                </a:lnTo>
                <a:lnTo>
                  <a:pt x="381000" y="43180"/>
                </a:lnTo>
                <a:lnTo>
                  <a:pt x="381000" y="33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199" y="381000"/>
            <a:ext cx="6781801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