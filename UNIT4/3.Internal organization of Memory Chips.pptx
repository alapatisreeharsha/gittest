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16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800" b="1" smtClean="0"/>
              <a:t>Internal Organization of Memory Chips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Internal Organization of Memory Chips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 memory cell is capable of storing 1-bit of information. A number of memory cells are organized in the form of a matrix to form the memory chip. </a:t>
            </a:r>
          </a:p>
          <a:p>
            <a:endParaRPr lang="en-US" dirty="0" smtClean="0"/>
          </a:p>
          <a:p>
            <a:r>
              <a:rPr lang="en-US" dirty="0" smtClean="0"/>
              <a:t>Each row of cells constitutes a memory word, and all cells of a row are connected to a common line which is referred as word line. An address decoder is used to drive the word line.</a:t>
            </a:r>
          </a:p>
          <a:p>
            <a:endParaRPr lang="en-US" dirty="0" smtClean="0"/>
          </a:p>
          <a:p>
            <a:r>
              <a:rPr lang="en-US" dirty="0" smtClean="0"/>
              <a:t>One such organization is shown in the Figure.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685800"/>
            <a:ext cx="7467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362200" y="6019800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Figure : 16 X 8 Memory Organization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16 X 8 Memory Organization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524000"/>
            <a:ext cx="8382000" cy="4876800"/>
          </a:xfrm>
        </p:spPr>
        <p:txBody>
          <a:bodyPr>
            <a:noAutofit/>
          </a:bodyPr>
          <a:lstStyle/>
          <a:p>
            <a:r>
              <a:rPr lang="en-US" sz="2800" dirty="0" smtClean="0"/>
              <a:t>During a Read operation, the Sense/Write circuit sense, or read the information stored in the cells selected by a word line and transmit this information to the output data line. </a:t>
            </a:r>
          </a:p>
          <a:p>
            <a:endParaRPr lang="en-US" sz="2800" dirty="0" smtClean="0"/>
          </a:p>
          <a:p>
            <a:r>
              <a:rPr lang="en-US" sz="2800" dirty="0" smtClean="0"/>
              <a:t>During a write operation, the sense/write circuit receive information and store it in the cells of the selected word.</a:t>
            </a:r>
          </a:p>
          <a:p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 smtClean="0"/>
              <a:t>For 16 words, we need an address bus of size 4. In addition to address and data lines, two control lines, and CS, are provided. </a:t>
            </a:r>
          </a:p>
          <a:p>
            <a:endParaRPr lang="en-US" sz="2800" dirty="0" smtClean="0"/>
          </a:p>
          <a:p>
            <a:r>
              <a:rPr lang="en-US" sz="2800" dirty="0" smtClean="0"/>
              <a:t>The line is to used to specify the required operation about read or write. The CS (Chip Select) line is required to select a given chip in a multi chip memory system.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16 X 8 Memory Organization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16 X 8 Memory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At a particular instant, one word line is enabled depending on the address present in the address bus.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cells in each column are connected by two lines. These are known as bit lines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memory chip consisting of 16 words of 8 bits each, usually referred to as 16 x 8 organization.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16 X 8 Memory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data input and data output line of each Sense/Write circuit are connected to a single bidirectional data line in order to reduce the pin required.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These bit lines are connected to data input line and data output line through a Sense/Write circuit.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128 x 8 memory chips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 smtClean="0"/>
              <a:t>it is </a:t>
            </a:r>
            <a:r>
              <a:rPr lang="en-US" dirty="0" err="1" smtClean="0"/>
              <a:t>organised</a:t>
            </a:r>
            <a:r>
              <a:rPr lang="en-US" dirty="0" smtClean="0"/>
              <a:t> as a 128 x 8 memory chips, then it has got 128 memory words of size 8 bits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So the size of data </a:t>
            </a:r>
            <a:r>
              <a:rPr lang="en-US" dirty="0" smtClean="0"/>
              <a:t>bus is 8 </a:t>
            </a:r>
            <a:r>
              <a:rPr lang="en-US" dirty="0" smtClean="0"/>
              <a:t>bits and the size of address bus is 7 bits </a:t>
            </a:r>
            <a:r>
              <a:rPr lang="en-US" dirty="0" smtClean="0"/>
              <a:t>(128 x 8).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128 x 8 memory chips: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828800"/>
            <a:ext cx="5562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1024 x 1 memory chips: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 smtClean="0"/>
              <a:t>it is organized as a 1024 x 1 memory chips, then it has </a:t>
            </a:r>
            <a:r>
              <a:rPr lang="en-US" dirty="0" smtClean="0"/>
              <a:t>got 1024 </a:t>
            </a:r>
            <a:r>
              <a:rPr lang="en-US" dirty="0" smtClean="0"/>
              <a:t>memory words of size 1 bit only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Therefore, the size of data bus is 1 bit and the size of </a:t>
            </a:r>
            <a:r>
              <a:rPr lang="en-US" dirty="0" smtClean="0"/>
              <a:t>address bus </a:t>
            </a:r>
            <a:r>
              <a:rPr lang="en-US" dirty="0" smtClean="0"/>
              <a:t>is 10 bits </a:t>
            </a:r>
            <a:r>
              <a:rPr lang="en-US" dirty="0" smtClean="0"/>
              <a:t>(2^10=  1024 </a:t>
            </a:r>
            <a:r>
              <a:rPr lang="en-US" dirty="0" smtClean="0"/>
              <a:t>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1024 x 1 memory chips: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524000"/>
            <a:ext cx="5410199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1024 x 1 memory chips: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second case, several memory words </a:t>
            </a:r>
            <a:r>
              <a:rPr lang="en-US" dirty="0" smtClean="0"/>
              <a:t>are organized </a:t>
            </a:r>
            <a:r>
              <a:rPr lang="en-US" dirty="0" smtClean="0"/>
              <a:t>in one row. In this case, address </a:t>
            </a:r>
            <a:r>
              <a:rPr lang="en-US" dirty="0" smtClean="0"/>
              <a:t>bus is </a:t>
            </a:r>
            <a:r>
              <a:rPr lang="en-US" dirty="0" smtClean="0"/>
              <a:t>divided into two </a:t>
            </a:r>
            <a:r>
              <a:rPr lang="en-US" dirty="0" smtClean="0"/>
              <a:t>groups.</a:t>
            </a:r>
          </a:p>
          <a:p>
            <a:endParaRPr lang="en-US" dirty="0" smtClean="0"/>
          </a:p>
          <a:p>
            <a:r>
              <a:rPr lang="en-US" dirty="0" smtClean="0"/>
              <a:t>One group is used to form the row address </a:t>
            </a:r>
            <a:r>
              <a:rPr lang="en-US" dirty="0" smtClean="0"/>
              <a:t>and the </a:t>
            </a:r>
            <a:r>
              <a:rPr lang="en-US" dirty="0" smtClean="0"/>
              <a:t>second group is used to form the </a:t>
            </a:r>
            <a:r>
              <a:rPr lang="en-US" dirty="0" smtClean="0"/>
              <a:t>column address</a:t>
            </a:r>
            <a:r>
              <a:rPr lang="en-US" dirty="0" smtClean="0"/>
              <a:t>. Consider the memory organization </a:t>
            </a:r>
            <a:r>
              <a:rPr lang="en-US" dirty="0" smtClean="0"/>
              <a:t>of 1024 </a:t>
            </a:r>
            <a:r>
              <a:rPr lang="en-US" dirty="0" smtClean="0"/>
              <a:t>x 1 memory chip.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1024 x 1 memory chips: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required </a:t>
            </a:r>
            <a:r>
              <a:rPr lang="en-US" dirty="0" smtClean="0"/>
              <a:t>10-bit address </a:t>
            </a:r>
            <a:r>
              <a:rPr lang="en-US" dirty="0" smtClean="0"/>
              <a:t>is divided into two groups of 5 </a:t>
            </a:r>
            <a:r>
              <a:rPr lang="en-US" dirty="0" smtClean="0"/>
              <a:t>bits each </a:t>
            </a:r>
            <a:r>
              <a:rPr lang="en-US" dirty="0" smtClean="0"/>
              <a:t>to form the row and column address </a:t>
            </a:r>
            <a:r>
              <a:rPr lang="en-US" dirty="0" smtClean="0"/>
              <a:t>of the </a:t>
            </a:r>
            <a:r>
              <a:rPr lang="en-US" dirty="0" smtClean="0"/>
              <a:t>cell array.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/>
              <a:t>row address selects a row </a:t>
            </a:r>
            <a:r>
              <a:rPr lang="en-US" dirty="0" smtClean="0"/>
              <a:t>of 32 </a:t>
            </a:r>
            <a:r>
              <a:rPr lang="en-US" dirty="0" smtClean="0"/>
              <a:t>cells, all of which are accessed in parallel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However, according to the column </a:t>
            </a:r>
            <a:r>
              <a:rPr lang="en-US" dirty="0" smtClean="0"/>
              <a:t>address, only </a:t>
            </a:r>
            <a:r>
              <a:rPr lang="en-US" dirty="0" smtClean="0"/>
              <a:t>one of these cells is connected to </a:t>
            </a:r>
            <a:r>
              <a:rPr lang="en-US" dirty="0" smtClean="0"/>
              <a:t>the external </a:t>
            </a:r>
            <a:r>
              <a:rPr lang="en-US" dirty="0" smtClean="0"/>
              <a:t>data line via the input </a:t>
            </a:r>
            <a:r>
              <a:rPr lang="en-US" dirty="0" smtClean="0"/>
              <a:t>output multiplexers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"/>
            <a:ext cx="88392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1M x </a:t>
            </a:r>
            <a:r>
              <a:rPr lang="en-US" b="1" dirty="0" smtClean="0">
                <a:solidFill>
                  <a:srgbClr val="FF0000"/>
                </a:solidFill>
              </a:rPr>
              <a:t>8 Memory Chips 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commercially available memory chips contain a much larger number </a:t>
            </a:r>
            <a:r>
              <a:rPr lang="en-US" dirty="0" smtClean="0"/>
              <a:t>of cells</a:t>
            </a:r>
            <a:r>
              <a:rPr lang="en-US" dirty="0" smtClean="0"/>
              <a:t>. As for example, a memory unit of 1MB (mega byte) size, </a:t>
            </a:r>
            <a:r>
              <a:rPr lang="en-US" dirty="0" err="1" smtClean="0"/>
              <a:t>organised</a:t>
            </a:r>
            <a:r>
              <a:rPr lang="en-US" dirty="0" smtClean="0"/>
              <a:t> as </a:t>
            </a:r>
            <a:r>
              <a:rPr lang="en-US" dirty="0" smtClean="0"/>
              <a:t>1M x 8, </a:t>
            </a:r>
            <a:r>
              <a:rPr lang="en-US" dirty="0" smtClean="0"/>
              <a:t>contains 2^20 x 8 </a:t>
            </a:r>
            <a:r>
              <a:rPr lang="en-US" dirty="0" smtClean="0"/>
              <a:t>memory cells.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has got memory </a:t>
            </a:r>
            <a:r>
              <a:rPr lang="en-US" dirty="0" smtClean="0"/>
              <a:t>location(2^20) and </a:t>
            </a:r>
            <a:r>
              <a:rPr lang="en-US" dirty="0" smtClean="0"/>
              <a:t>each memory location contains 8 bits information. The size of </a:t>
            </a:r>
            <a:r>
              <a:rPr lang="en-US" dirty="0" smtClean="0"/>
              <a:t>address bus </a:t>
            </a:r>
            <a:r>
              <a:rPr lang="en-US" dirty="0" smtClean="0"/>
              <a:t>is 20 and the size of data bus is 8.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1M x 8 Memory Chips :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76400"/>
            <a:ext cx="7391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1000"/>
            <a:ext cx="8382000" cy="586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