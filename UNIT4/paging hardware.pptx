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40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1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798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16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16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843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0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2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1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0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30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928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30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127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287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792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40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BA559C-F42A-405D-A9BD-E794409B80CF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31C435-F486-42CE-BA75-324354893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1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ifference-between-contiguous-and-noncontiguous-memory-allocatio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B223-A00A-7485-13BB-DFD7F041E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Paging in 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B682F-42BC-47CE-5C57-964AF1759E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99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AF1A4-2F07-7D2F-2F80-FDB6EA44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chemeClr val="tx1"/>
                </a:solidFill>
                <a:effectLst/>
                <a:latin typeface="Source Sans 3"/>
              </a:rPr>
              <a:t>Paging in Operating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6E2F-94E4-A8A0-D4C3-E8F4BDAC2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Nunito" pitchFamily="2" charset="0"/>
              </a:rPr>
              <a:t>Paging is a memory management scheme that eliminates the need for a </a:t>
            </a:r>
            <a:r>
              <a:rPr lang="en-US" b="0" i="0" u="sng" dirty="0">
                <a:solidFill>
                  <a:schemeClr val="tx1"/>
                </a:solidFill>
                <a:effectLst/>
                <a:latin typeface="Nunito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contiguous allocation</a:t>
            </a:r>
            <a:r>
              <a:rPr lang="en-US" b="0" i="0" dirty="0">
                <a:solidFill>
                  <a:schemeClr val="tx1"/>
                </a:solidFill>
                <a:effectLst/>
                <a:latin typeface="Nunito" pitchFamily="2" charset="0"/>
              </a:rPr>
              <a:t> of physical memory. The process of retrieving processes in the form of pages from the secondary storage into the main memory is known as paging.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Nunito" pitchFamily="2" charset="0"/>
              </a:rPr>
              <a:t>The basic purpose of paging is to separate each procedure into pages. Additionally, frames will be used to split the main memory. This scheme permits the physical address space of a process to be non – contiguous.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614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0BFB26-3009-D38B-3CE4-ACC620BA5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42" y="0"/>
            <a:ext cx="119085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44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CB4988-2B13-451C-3786-4BAEA21DE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6" y="201139"/>
            <a:ext cx="11985523" cy="645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2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D51B7-007D-A059-B186-CDC5315F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tx1"/>
                </a:solidFill>
                <a:effectLst/>
                <a:latin typeface="Source Sans 3"/>
              </a:rPr>
              <a:t>Paging in Operating System</a:t>
            </a:r>
            <a:br>
              <a:rPr lang="en-US" b="1" i="0" dirty="0">
                <a:solidFill>
                  <a:srgbClr val="FFFFFF"/>
                </a:solidFill>
                <a:effectLst/>
                <a:latin typeface="Source Sans 3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535FF-3D12-778F-018C-7984EB188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Nunito" pitchFamily="2" charset="0"/>
              </a:rPr>
              <a:t>In paging, the physical memory is divided into fixed-size blocks called page frames, which are the same size as the pages used by the process.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Nunito" pitchFamily="2" charset="0"/>
              </a:rPr>
              <a:t>The process’s logical address space is also divided into fixed-size blocks called pages, which are the same size as the page frames. When a process requests memory, the operating system allocates one or more page frames to the process and maps the process’s logical pages to the physical page frames.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40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8059-D3E9-DAD5-0F6C-CF6A2D45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tx1"/>
                </a:solidFill>
                <a:effectLst/>
                <a:latin typeface="Source Sans 3"/>
              </a:rPr>
              <a:t>Paging in Operating System</a:t>
            </a:r>
            <a:br>
              <a:rPr lang="en-US" b="1" i="0" dirty="0">
                <a:solidFill>
                  <a:srgbClr val="FFFFFF"/>
                </a:solidFill>
                <a:effectLst/>
                <a:latin typeface="Source Sans 3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F075E-4A0B-B779-93E2-B17C450F6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Nunito" pitchFamily="2" charset="0"/>
              </a:rPr>
              <a:t>The mapping between logical pages and physical page frames is maintained by the page table, which is used by the memory management unit to translate logical addresses into physical addresses.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Nunito" pitchFamily="2" charset="0"/>
              </a:rPr>
              <a:t>The page table maps each logical page number to a physical page frame number.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630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